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305" r:id="rId4"/>
    <p:sldId id="296" r:id="rId5"/>
    <p:sldId id="297" r:id="rId6"/>
    <p:sldId id="298" r:id="rId7"/>
    <p:sldId id="303" r:id="rId8"/>
    <p:sldId id="299" r:id="rId9"/>
    <p:sldId id="300" r:id="rId10"/>
    <p:sldId id="301" r:id="rId11"/>
    <p:sldId id="306" r:id="rId12"/>
    <p:sldId id="302" r:id="rId13"/>
    <p:sldId id="304" r:id="rId14"/>
  </p:sldIdLst>
  <p:sldSz cx="9144000" cy="5143500" type="screen16x9"/>
  <p:notesSz cx="6858000" cy="9144000"/>
  <p:embeddedFontLst>
    <p:embeddedFont>
      <p:font typeface="Archivo" panose="020B0604020202020204" charset="-18"/>
      <p:regular r:id="rId16"/>
      <p:bold r:id="rId17"/>
      <p:italic r:id="rId18"/>
      <p:boldItalic r:id="rId19"/>
    </p:embeddedFont>
    <p:embeddedFont>
      <p:font typeface="DM Mono" panose="020B0604020202020204" charset="-18"/>
      <p:regular r:id="rId20"/>
      <p:italic r:id="rId21"/>
    </p:embeddedFont>
    <p:embeddedFont>
      <p:font typeface="DM Mono Medium" panose="020B0604020202020204" charset="-18"/>
      <p:regular r:id="rId22"/>
      <p:italic r:id="rId23"/>
    </p:embeddedFont>
    <p:embeddedFont>
      <p:font typeface="Figtree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660C03-9630-43A2-98BB-965706A83C84}">
  <a:tblStyle styleId="{46660C03-9630-43A2-98BB-965706A83C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6B2B2A5-C820-4632-B5DB-8027E898AE6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13" autoAdjust="0"/>
    <p:restoredTop sz="94633" autoAdjust="0"/>
  </p:normalViewPr>
  <p:slideViewPr>
    <p:cSldViewPr snapToGrid="0">
      <p:cViewPr varScale="1">
        <p:scale>
          <a:sx n="106" d="100"/>
          <a:sy n="106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5871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66900" y="1688650"/>
            <a:ext cx="6410100" cy="12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30775" y="3045350"/>
            <a:ext cx="5682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4"/>
          <p:cNvGrpSpPr/>
          <p:nvPr/>
        </p:nvGrpSpPr>
        <p:grpSpPr>
          <a:xfrm>
            <a:off x="317075" y="260720"/>
            <a:ext cx="8510015" cy="4621989"/>
            <a:chOff x="317075" y="271350"/>
            <a:chExt cx="8510015" cy="4600825"/>
          </a:xfrm>
        </p:grpSpPr>
        <p:sp>
          <p:nvSpPr>
            <p:cNvPr id="19" name="Google Shape;19;p4"/>
            <p:cNvSpPr/>
            <p:nvPr/>
          </p:nvSpPr>
          <p:spPr>
            <a:xfrm>
              <a:off x="486511" y="434593"/>
              <a:ext cx="8171049" cy="4274338"/>
            </a:xfrm>
            <a:custGeom>
              <a:avLst/>
              <a:gdLst/>
              <a:ahLst/>
              <a:cxnLst/>
              <a:rect l="l" t="t" r="r" b="b"/>
              <a:pathLst>
                <a:path w="95242" h="51713" extrusionOk="0">
                  <a:moveTo>
                    <a:pt x="2620" y="1"/>
                  </a:moveTo>
                  <a:lnTo>
                    <a:pt x="1" y="2620"/>
                  </a:lnTo>
                  <a:lnTo>
                    <a:pt x="1" y="49094"/>
                  </a:lnTo>
                  <a:lnTo>
                    <a:pt x="2620" y="51713"/>
                  </a:lnTo>
                  <a:lnTo>
                    <a:pt x="92623" y="51713"/>
                  </a:lnTo>
                  <a:lnTo>
                    <a:pt x="95242" y="49094"/>
                  </a:lnTo>
                  <a:lnTo>
                    <a:pt x="95242" y="2620"/>
                  </a:lnTo>
                  <a:cubicBezTo>
                    <a:pt x="94219" y="1597"/>
                    <a:pt x="93646" y="1023"/>
                    <a:pt x="92623" y="1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985838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317075" y="271350"/>
              <a:ext cx="8510015" cy="4600825"/>
            </a:xfrm>
            <a:custGeom>
              <a:avLst/>
              <a:gdLst/>
              <a:ahLst/>
              <a:cxnLst/>
              <a:rect l="l" t="t" r="r" b="b"/>
              <a:pathLst>
                <a:path w="99193" h="55663" fill="none" extrusionOk="0">
                  <a:moveTo>
                    <a:pt x="3776" y="55662"/>
                  </a:moveTo>
                  <a:lnTo>
                    <a:pt x="0" y="51886"/>
                  </a:lnTo>
                  <a:lnTo>
                    <a:pt x="0" y="3777"/>
                  </a:lnTo>
                  <a:lnTo>
                    <a:pt x="3776" y="0"/>
                  </a:lnTo>
                  <a:lnTo>
                    <a:pt x="95415" y="0"/>
                  </a:lnTo>
                  <a:lnTo>
                    <a:pt x="99192" y="3777"/>
                  </a:lnTo>
                  <a:lnTo>
                    <a:pt x="99192" y="51886"/>
                  </a:lnTo>
                  <a:lnTo>
                    <a:pt x="95415" y="55662"/>
                  </a:ln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060"/>
              <a:headEnd type="none" w="sm" len="sm"/>
              <a:tailEnd type="none" w="sm" len="sm"/>
            </a:ln>
            <a:effectLst>
              <a:outerShdw blurRad="971550" algn="bl" rotWithShape="0">
                <a:srgbClr val="000000">
                  <a:alpha val="7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46790" y="1721819"/>
            <a:ext cx="8850419" cy="1699863"/>
            <a:chOff x="146790" y="1721819"/>
            <a:chExt cx="8850419" cy="1699863"/>
          </a:xfrm>
        </p:grpSpPr>
        <p:grpSp>
          <p:nvGrpSpPr>
            <p:cNvPr id="24" name="Google Shape;24;p4"/>
            <p:cNvGrpSpPr/>
            <p:nvPr/>
          </p:nvGrpSpPr>
          <p:grpSpPr>
            <a:xfrm>
              <a:off x="146790" y="1721819"/>
              <a:ext cx="254440" cy="1699863"/>
              <a:chOff x="154097" y="1721825"/>
              <a:chExt cx="254440" cy="1699863"/>
            </a:xfrm>
          </p:grpSpPr>
          <p:sp>
            <p:nvSpPr>
              <p:cNvPr id="25" name="Google Shape;25;p4"/>
              <p:cNvSpPr/>
              <p:nvPr/>
            </p:nvSpPr>
            <p:spPr>
              <a:xfrm flipH="1">
                <a:off x="245932" y="1721825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 flipH="1">
                <a:off x="245932" y="1818447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 flipH="1">
                <a:off x="245932" y="1915069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8" name="Google Shape;28;p4"/>
              <p:cNvSpPr/>
              <p:nvPr/>
            </p:nvSpPr>
            <p:spPr>
              <a:xfrm flipH="1">
                <a:off x="245932" y="2011691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 flipH="1">
                <a:off x="245932" y="2108313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 flipH="1">
                <a:off x="245932" y="2204935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 flipH="1">
                <a:off x="245932" y="2301557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 flipH="1">
                <a:off x="245932" y="2398179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 flipH="1">
                <a:off x="245932" y="2494801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 flipH="1">
                <a:off x="245932" y="2591424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 flipH="1">
                <a:off x="245932" y="2688046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 flipH="1">
                <a:off x="245932" y="2784668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 flipH="1">
                <a:off x="245932" y="2881290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 flipH="1">
                <a:off x="245932" y="2977912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 flipH="1">
                <a:off x="245932" y="3074534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 flipH="1">
                <a:off x="245932" y="3171156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 flipH="1">
                <a:off x="245932" y="3267778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 flipH="1">
                <a:off x="245932" y="3364400"/>
                <a:ext cx="162605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 rot="-5400000" flipH="1">
                <a:off x="-667603" y="2543588"/>
                <a:ext cx="16998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44" name="Google Shape;44;p4"/>
            <p:cNvGrpSpPr/>
            <p:nvPr/>
          </p:nvGrpSpPr>
          <p:grpSpPr>
            <a:xfrm flipH="1">
              <a:off x="8742770" y="1721819"/>
              <a:ext cx="254440" cy="1699863"/>
              <a:chOff x="154097" y="1721825"/>
              <a:chExt cx="254440" cy="1699863"/>
            </a:xfrm>
          </p:grpSpPr>
          <p:sp>
            <p:nvSpPr>
              <p:cNvPr id="45" name="Google Shape;45;p4"/>
              <p:cNvSpPr/>
              <p:nvPr/>
            </p:nvSpPr>
            <p:spPr>
              <a:xfrm flipH="1">
                <a:off x="245937" y="1721825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 flipH="1">
                <a:off x="245937" y="1818447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 flipH="1">
                <a:off x="245937" y="1915069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 flipH="1">
                <a:off x="245937" y="2011691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 flipH="1">
                <a:off x="245937" y="2108313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 flipH="1">
                <a:off x="245937" y="2204935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 flipH="1">
                <a:off x="245937" y="2301557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 flipH="1">
                <a:off x="245937" y="2398179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flipH="1">
                <a:off x="245937" y="2494801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 flipH="1">
                <a:off x="245937" y="2591424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 flipH="1">
                <a:off x="245937" y="2688046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 flipH="1">
                <a:off x="245937" y="2784668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 flipH="1">
                <a:off x="245937" y="2881290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 flipH="1">
                <a:off x="245937" y="2977912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 flipH="1">
                <a:off x="245937" y="3074534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 flipH="1">
                <a:off x="245937" y="3171156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 flipH="1">
                <a:off x="245937" y="3267778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 flipH="1">
                <a:off x="245937" y="3364400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 rot="-5400000" flipH="1">
                <a:off x="-667603" y="2543588"/>
                <a:ext cx="16998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8"/>
          <p:cNvGrpSpPr/>
          <p:nvPr/>
        </p:nvGrpSpPr>
        <p:grpSpPr>
          <a:xfrm>
            <a:off x="856276" y="722104"/>
            <a:ext cx="7431449" cy="3699297"/>
            <a:chOff x="802750" y="822300"/>
            <a:chExt cx="7538495" cy="3497823"/>
          </a:xfrm>
        </p:grpSpPr>
        <p:sp>
          <p:nvSpPr>
            <p:cNvPr id="214" name="Google Shape;214;p8"/>
            <p:cNvSpPr/>
            <p:nvPr/>
          </p:nvSpPr>
          <p:spPr>
            <a:xfrm>
              <a:off x="802750" y="822300"/>
              <a:ext cx="7538495" cy="3497823"/>
            </a:xfrm>
            <a:custGeom>
              <a:avLst/>
              <a:gdLst/>
              <a:ahLst/>
              <a:cxnLst/>
              <a:rect l="l" t="t" r="r" b="b"/>
              <a:pathLst>
                <a:path w="104596" h="48532" fill="none" extrusionOk="0">
                  <a:moveTo>
                    <a:pt x="3753" y="48531"/>
                  </a:moveTo>
                  <a:lnTo>
                    <a:pt x="0" y="44779"/>
                  </a:lnTo>
                  <a:lnTo>
                    <a:pt x="0" y="3754"/>
                  </a:lnTo>
                  <a:lnTo>
                    <a:pt x="3753" y="0"/>
                  </a:lnTo>
                  <a:lnTo>
                    <a:pt x="100844" y="0"/>
                  </a:lnTo>
                  <a:lnTo>
                    <a:pt x="104596" y="3754"/>
                  </a:lnTo>
                  <a:lnTo>
                    <a:pt x="104596" y="44779"/>
                  </a:lnTo>
                  <a:lnTo>
                    <a:pt x="100844" y="48531"/>
                  </a:ln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060"/>
              <a:headEnd type="none" w="sm" len="sm"/>
              <a:tailEnd type="none" w="sm" len="sm"/>
            </a:ln>
            <a:effectLst>
              <a:outerShdw blurRad="400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994713" y="977773"/>
              <a:ext cx="7154568" cy="3186786"/>
            </a:xfrm>
            <a:custGeom>
              <a:avLst/>
              <a:gdLst/>
              <a:ahLst/>
              <a:cxnLst/>
              <a:rect l="l" t="t" r="r" b="b"/>
              <a:pathLst>
                <a:path w="100726" h="44661" extrusionOk="0">
                  <a:moveTo>
                    <a:pt x="2620" y="0"/>
                  </a:moveTo>
                  <a:lnTo>
                    <a:pt x="0" y="2619"/>
                  </a:lnTo>
                  <a:lnTo>
                    <a:pt x="0" y="42042"/>
                  </a:lnTo>
                  <a:lnTo>
                    <a:pt x="2620" y="44661"/>
                  </a:lnTo>
                  <a:lnTo>
                    <a:pt x="98107" y="44661"/>
                  </a:lnTo>
                  <a:lnTo>
                    <a:pt x="100726" y="42042"/>
                  </a:lnTo>
                  <a:lnTo>
                    <a:pt x="100726" y="2619"/>
                  </a:lnTo>
                  <a:cubicBezTo>
                    <a:pt x="99702" y="1598"/>
                    <a:pt x="99130" y="1024"/>
                    <a:pt x="98107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971550" algn="bl" rotWithShape="0">
                <a:schemeClr val="accent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8"/>
          <p:cNvGrpSpPr/>
          <p:nvPr/>
        </p:nvGrpSpPr>
        <p:grpSpPr>
          <a:xfrm>
            <a:off x="8041135" y="1721813"/>
            <a:ext cx="401865" cy="1699875"/>
            <a:chOff x="8117560" y="1683750"/>
            <a:chExt cx="401865" cy="1699875"/>
          </a:xfrm>
        </p:grpSpPr>
        <p:sp>
          <p:nvSpPr>
            <p:cNvPr id="217" name="Google Shape;217;p8"/>
            <p:cNvSpPr/>
            <p:nvPr/>
          </p:nvSpPr>
          <p:spPr>
            <a:xfrm>
              <a:off x="8117560" y="168375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8117560" y="178037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8117560" y="187699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8117560" y="197361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8117560" y="2070238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8117560" y="216686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8117560" y="226348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8117560" y="236010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8117560" y="245672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8117560" y="255334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8117560" y="264997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8117560" y="274659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8117560" y="284321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8117560" y="2939837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8117560" y="303645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8117560" y="313308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8117560" y="322970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8117560" y="332632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 rot="5400000">
              <a:off x="7641325" y="2505525"/>
              <a:ext cx="16998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36" name="Google Shape;236;p8"/>
          <p:cNvGrpSpPr/>
          <p:nvPr/>
        </p:nvGrpSpPr>
        <p:grpSpPr>
          <a:xfrm flipH="1">
            <a:off x="701001" y="1721813"/>
            <a:ext cx="401865" cy="1699875"/>
            <a:chOff x="8117560" y="1683750"/>
            <a:chExt cx="401865" cy="1699875"/>
          </a:xfrm>
        </p:grpSpPr>
        <p:sp>
          <p:nvSpPr>
            <p:cNvPr id="237" name="Google Shape;237;p8"/>
            <p:cNvSpPr/>
            <p:nvPr/>
          </p:nvSpPr>
          <p:spPr>
            <a:xfrm>
              <a:off x="8117560" y="168375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8117560" y="178037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8117560" y="187699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8117560" y="197361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8117560" y="2070238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8117560" y="216686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8117560" y="226348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8117560" y="236010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8117560" y="245672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8117560" y="255334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8117560" y="264997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8117560" y="274659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8117560" y="284321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8117560" y="2939837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8117560" y="303645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8117560" y="313308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8117560" y="322970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8117560" y="332632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 rot="5400000">
              <a:off x="7641325" y="2505525"/>
              <a:ext cx="16998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256" name="Google Shape;25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9"/>
          <p:cNvGrpSpPr/>
          <p:nvPr/>
        </p:nvGrpSpPr>
        <p:grpSpPr>
          <a:xfrm>
            <a:off x="1070073" y="826861"/>
            <a:ext cx="7010801" cy="3489778"/>
            <a:chOff x="802750" y="822300"/>
            <a:chExt cx="7538495" cy="3497823"/>
          </a:xfrm>
        </p:grpSpPr>
        <p:sp>
          <p:nvSpPr>
            <p:cNvPr id="260" name="Google Shape;260;p9"/>
            <p:cNvSpPr/>
            <p:nvPr/>
          </p:nvSpPr>
          <p:spPr>
            <a:xfrm>
              <a:off x="802750" y="822300"/>
              <a:ext cx="7538495" cy="3497823"/>
            </a:xfrm>
            <a:custGeom>
              <a:avLst/>
              <a:gdLst/>
              <a:ahLst/>
              <a:cxnLst/>
              <a:rect l="l" t="t" r="r" b="b"/>
              <a:pathLst>
                <a:path w="104596" h="48532" fill="none" extrusionOk="0">
                  <a:moveTo>
                    <a:pt x="3753" y="48531"/>
                  </a:moveTo>
                  <a:lnTo>
                    <a:pt x="0" y="44779"/>
                  </a:lnTo>
                  <a:lnTo>
                    <a:pt x="0" y="3754"/>
                  </a:lnTo>
                  <a:lnTo>
                    <a:pt x="3753" y="0"/>
                  </a:lnTo>
                  <a:lnTo>
                    <a:pt x="100844" y="0"/>
                  </a:lnTo>
                  <a:lnTo>
                    <a:pt x="104596" y="3754"/>
                  </a:lnTo>
                  <a:lnTo>
                    <a:pt x="104596" y="44779"/>
                  </a:lnTo>
                  <a:lnTo>
                    <a:pt x="100844" y="48531"/>
                  </a:ln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060"/>
              <a:headEnd type="none" w="sm" len="sm"/>
              <a:tailEnd type="none" w="sm" len="sm"/>
            </a:ln>
            <a:effectLst>
              <a:outerShdw blurRad="400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994713" y="977773"/>
              <a:ext cx="7154568" cy="3186786"/>
            </a:xfrm>
            <a:custGeom>
              <a:avLst/>
              <a:gdLst/>
              <a:ahLst/>
              <a:cxnLst/>
              <a:rect l="l" t="t" r="r" b="b"/>
              <a:pathLst>
                <a:path w="100726" h="44661" extrusionOk="0">
                  <a:moveTo>
                    <a:pt x="2620" y="0"/>
                  </a:moveTo>
                  <a:lnTo>
                    <a:pt x="0" y="2619"/>
                  </a:lnTo>
                  <a:lnTo>
                    <a:pt x="0" y="42042"/>
                  </a:lnTo>
                  <a:lnTo>
                    <a:pt x="2620" y="44661"/>
                  </a:lnTo>
                  <a:lnTo>
                    <a:pt x="98107" y="44661"/>
                  </a:lnTo>
                  <a:lnTo>
                    <a:pt x="100726" y="42042"/>
                  </a:lnTo>
                  <a:lnTo>
                    <a:pt x="100726" y="2619"/>
                  </a:lnTo>
                  <a:cubicBezTo>
                    <a:pt x="99702" y="1598"/>
                    <a:pt x="99130" y="1024"/>
                    <a:pt x="98107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971550" algn="bl" rotWithShape="0">
                <a:schemeClr val="accent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9"/>
          <p:cNvGrpSpPr/>
          <p:nvPr/>
        </p:nvGrpSpPr>
        <p:grpSpPr>
          <a:xfrm>
            <a:off x="7830693" y="1721813"/>
            <a:ext cx="401865" cy="1699875"/>
            <a:chOff x="8117560" y="1683750"/>
            <a:chExt cx="401865" cy="1699875"/>
          </a:xfrm>
        </p:grpSpPr>
        <p:sp>
          <p:nvSpPr>
            <p:cNvPr id="263" name="Google Shape;263;p9"/>
            <p:cNvSpPr/>
            <p:nvPr/>
          </p:nvSpPr>
          <p:spPr>
            <a:xfrm>
              <a:off x="8117560" y="168375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8117560" y="178037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8117560" y="187699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8117560" y="197361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8117560" y="2070238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8117560" y="216686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8117560" y="226348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8117560" y="236010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8117560" y="245672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8117560" y="255334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8117560" y="264997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8117560" y="274659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8117560" y="284321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8117560" y="2939837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8117560" y="303645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8117560" y="313308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79" name="Google Shape;279;p9"/>
            <p:cNvSpPr/>
            <p:nvPr/>
          </p:nvSpPr>
          <p:spPr>
            <a:xfrm>
              <a:off x="8117560" y="322970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0" name="Google Shape;280;p9"/>
            <p:cNvSpPr/>
            <p:nvPr/>
          </p:nvSpPr>
          <p:spPr>
            <a:xfrm>
              <a:off x="8117560" y="332632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1" name="Google Shape;281;p9"/>
            <p:cNvSpPr/>
            <p:nvPr/>
          </p:nvSpPr>
          <p:spPr>
            <a:xfrm rot="5400000">
              <a:off x="7641325" y="2505525"/>
              <a:ext cx="16998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82" name="Google Shape;282;p9"/>
          <p:cNvGrpSpPr/>
          <p:nvPr/>
        </p:nvGrpSpPr>
        <p:grpSpPr>
          <a:xfrm flipH="1">
            <a:off x="911442" y="1721813"/>
            <a:ext cx="401865" cy="1699875"/>
            <a:chOff x="8117560" y="1683750"/>
            <a:chExt cx="401865" cy="1699875"/>
          </a:xfrm>
        </p:grpSpPr>
        <p:sp>
          <p:nvSpPr>
            <p:cNvPr id="283" name="Google Shape;283;p9"/>
            <p:cNvSpPr/>
            <p:nvPr/>
          </p:nvSpPr>
          <p:spPr>
            <a:xfrm>
              <a:off x="8117560" y="168375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8117560" y="178037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8117560" y="187699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8117560" y="197361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8117560" y="2070238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8117560" y="216686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8117560" y="226348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8117560" y="236010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8117560" y="245672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8117560" y="255334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8117560" y="264997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8117560" y="274659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8117560" y="284321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8117560" y="2939837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8117560" y="303645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8117560" y="313308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8117560" y="322970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8117560" y="332632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01" name="Google Shape;301;p9"/>
            <p:cNvSpPr/>
            <p:nvPr/>
          </p:nvSpPr>
          <p:spPr>
            <a:xfrm rot="5400000">
              <a:off x="7641325" y="2505525"/>
              <a:ext cx="16998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302" name="Google Shape;302;p9"/>
          <p:cNvSpPr txBox="1">
            <a:spLocks noGrp="1"/>
          </p:cNvSpPr>
          <p:nvPr>
            <p:ph type="title"/>
          </p:nvPr>
        </p:nvSpPr>
        <p:spPr>
          <a:xfrm>
            <a:off x="2241425" y="1507475"/>
            <a:ext cx="4661100" cy="15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3" name="Google Shape;303;p9"/>
          <p:cNvSpPr txBox="1">
            <a:spLocks noGrp="1"/>
          </p:cNvSpPr>
          <p:nvPr>
            <p:ph type="subTitle" idx="1"/>
          </p:nvPr>
        </p:nvSpPr>
        <p:spPr>
          <a:xfrm>
            <a:off x="2241475" y="3097225"/>
            <a:ext cx="46611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>
            <a:spLocks noGrp="1"/>
          </p:cNvSpPr>
          <p:nvPr>
            <p:ph type="pic" idx="2"/>
          </p:nvPr>
        </p:nvSpPr>
        <p:spPr>
          <a:xfrm>
            <a:off x="173700" y="193050"/>
            <a:ext cx="8796600" cy="4757400"/>
          </a:xfrm>
          <a:prstGeom prst="snip2DiagRect">
            <a:avLst>
              <a:gd name="adj1" fmla="val 0"/>
              <a:gd name="adj2" fmla="val 551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042988" dist="19050" algn="bl" rotWithShape="0">
              <a:schemeClr val="accent1">
                <a:alpha val="72000"/>
              </a:schemeClr>
            </a:outerShdw>
          </a:effectLst>
        </p:spPr>
      </p:sp>
      <p:sp>
        <p:nvSpPr>
          <p:cNvPr id="307" name="Google Shape;307;p10"/>
          <p:cNvSpPr txBox="1">
            <a:spLocks noGrp="1"/>
          </p:cNvSpPr>
          <p:nvPr>
            <p:ph type="title"/>
          </p:nvPr>
        </p:nvSpPr>
        <p:spPr>
          <a:xfrm>
            <a:off x="720000" y="3859100"/>
            <a:ext cx="7704000" cy="749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8" name="Google Shape;748;p23"/>
          <p:cNvGrpSpPr/>
          <p:nvPr/>
        </p:nvGrpSpPr>
        <p:grpSpPr>
          <a:xfrm>
            <a:off x="1070073" y="826861"/>
            <a:ext cx="7010801" cy="3489778"/>
            <a:chOff x="802750" y="822300"/>
            <a:chExt cx="7538495" cy="3497823"/>
          </a:xfrm>
        </p:grpSpPr>
        <p:sp>
          <p:nvSpPr>
            <p:cNvPr id="749" name="Google Shape;749;p23"/>
            <p:cNvSpPr/>
            <p:nvPr/>
          </p:nvSpPr>
          <p:spPr>
            <a:xfrm>
              <a:off x="802750" y="822300"/>
              <a:ext cx="7538495" cy="3497823"/>
            </a:xfrm>
            <a:custGeom>
              <a:avLst/>
              <a:gdLst/>
              <a:ahLst/>
              <a:cxnLst/>
              <a:rect l="l" t="t" r="r" b="b"/>
              <a:pathLst>
                <a:path w="104596" h="48532" fill="none" extrusionOk="0">
                  <a:moveTo>
                    <a:pt x="3753" y="48531"/>
                  </a:moveTo>
                  <a:lnTo>
                    <a:pt x="0" y="44779"/>
                  </a:lnTo>
                  <a:lnTo>
                    <a:pt x="0" y="3754"/>
                  </a:lnTo>
                  <a:lnTo>
                    <a:pt x="3753" y="0"/>
                  </a:lnTo>
                  <a:lnTo>
                    <a:pt x="100844" y="0"/>
                  </a:lnTo>
                  <a:lnTo>
                    <a:pt x="104596" y="3754"/>
                  </a:lnTo>
                  <a:lnTo>
                    <a:pt x="104596" y="44779"/>
                  </a:lnTo>
                  <a:lnTo>
                    <a:pt x="100844" y="48531"/>
                  </a:ln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060"/>
              <a:headEnd type="none" w="sm" len="sm"/>
              <a:tailEnd type="none" w="sm" len="sm"/>
            </a:ln>
            <a:effectLst>
              <a:outerShdw blurRad="400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3"/>
            <p:cNvSpPr/>
            <p:nvPr/>
          </p:nvSpPr>
          <p:spPr>
            <a:xfrm>
              <a:off x="994713" y="977773"/>
              <a:ext cx="7154568" cy="3186786"/>
            </a:xfrm>
            <a:custGeom>
              <a:avLst/>
              <a:gdLst/>
              <a:ahLst/>
              <a:cxnLst/>
              <a:rect l="l" t="t" r="r" b="b"/>
              <a:pathLst>
                <a:path w="100726" h="44661" extrusionOk="0">
                  <a:moveTo>
                    <a:pt x="2620" y="0"/>
                  </a:moveTo>
                  <a:lnTo>
                    <a:pt x="0" y="2619"/>
                  </a:lnTo>
                  <a:lnTo>
                    <a:pt x="0" y="42042"/>
                  </a:lnTo>
                  <a:lnTo>
                    <a:pt x="2620" y="44661"/>
                  </a:lnTo>
                  <a:lnTo>
                    <a:pt x="98107" y="44661"/>
                  </a:lnTo>
                  <a:lnTo>
                    <a:pt x="100726" y="42042"/>
                  </a:lnTo>
                  <a:lnTo>
                    <a:pt x="100726" y="2619"/>
                  </a:lnTo>
                  <a:cubicBezTo>
                    <a:pt x="99702" y="1598"/>
                    <a:pt x="99130" y="1024"/>
                    <a:pt x="98107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971550" algn="bl" rotWithShape="0">
                <a:schemeClr val="accent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23"/>
          <p:cNvGrpSpPr/>
          <p:nvPr/>
        </p:nvGrpSpPr>
        <p:grpSpPr>
          <a:xfrm>
            <a:off x="7830693" y="1721813"/>
            <a:ext cx="401865" cy="1699875"/>
            <a:chOff x="8117560" y="1683750"/>
            <a:chExt cx="401865" cy="1699875"/>
          </a:xfrm>
        </p:grpSpPr>
        <p:sp>
          <p:nvSpPr>
            <p:cNvPr id="752" name="Google Shape;752;p23"/>
            <p:cNvSpPr/>
            <p:nvPr/>
          </p:nvSpPr>
          <p:spPr>
            <a:xfrm>
              <a:off x="8117560" y="168375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8117560" y="178037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54" name="Google Shape;754;p23"/>
            <p:cNvSpPr/>
            <p:nvPr/>
          </p:nvSpPr>
          <p:spPr>
            <a:xfrm>
              <a:off x="8117560" y="187699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55" name="Google Shape;755;p23"/>
            <p:cNvSpPr/>
            <p:nvPr/>
          </p:nvSpPr>
          <p:spPr>
            <a:xfrm>
              <a:off x="8117560" y="197361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56" name="Google Shape;756;p23"/>
            <p:cNvSpPr/>
            <p:nvPr/>
          </p:nvSpPr>
          <p:spPr>
            <a:xfrm>
              <a:off x="8117560" y="2070238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57" name="Google Shape;757;p23"/>
            <p:cNvSpPr/>
            <p:nvPr/>
          </p:nvSpPr>
          <p:spPr>
            <a:xfrm>
              <a:off x="8117560" y="216686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8117560" y="226348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59" name="Google Shape;759;p23"/>
            <p:cNvSpPr/>
            <p:nvPr/>
          </p:nvSpPr>
          <p:spPr>
            <a:xfrm>
              <a:off x="8117560" y="236010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0" name="Google Shape;760;p23"/>
            <p:cNvSpPr/>
            <p:nvPr/>
          </p:nvSpPr>
          <p:spPr>
            <a:xfrm>
              <a:off x="8117560" y="245672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1" name="Google Shape;761;p23"/>
            <p:cNvSpPr/>
            <p:nvPr/>
          </p:nvSpPr>
          <p:spPr>
            <a:xfrm>
              <a:off x="8117560" y="255334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8117560" y="264997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3" name="Google Shape;763;p23"/>
            <p:cNvSpPr/>
            <p:nvPr/>
          </p:nvSpPr>
          <p:spPr>
            <a:xfrm>
              <a:off x="8117560" y="274659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4" name="Google Shape;764;p23"/>
            <p:cNvSpPr/>
            <p:nvPr/>
          </p:nvSpPr>
          <p:spPr>
            <a:xfrm>
              <a:off x="8117560" y="284321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5" name="Google Shape;765;p23"/>
            <p:cNvSpPr/>
            <p:nvPr/>
          </p:nvSpPr>
          <p:spPr>
            <a:xfrm>
              <a:off x="8117560" y="2939837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6" name="Google Shape;766;p23"/>
            <p:cNvSpPr/>
            <p:nvPr/>
          </p:nvSpPr>
          <p:spPr>
            <a:xfrm>
              <a:off x="8117560" y="303645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7" name="Google Shape;767;p23"/>
            <p:cNvSpPr/>
            <p:nvPr/>
          </p:nvSpPr>
          <p:spPr>
            <a:xfrm>
              <a:off x="8117560" y="313308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8117560" y="322970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8117560" y="332632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0" name="Google Shape;770;p23"/>
            <p:cNvSpPr/>
            <p:nvPr/>
          </p:nvSpPr>
          <p:spPr>
            <a:xfrm rot="5400000">
              <a:off x="7641325" y="2505525"/>
              <a:ext cx="16998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771" name="Google Shape;771;p23"/>
          <p:cNvGrpSpPr/>
          <p:nvPr/>
        </p:nvGrpSpPr>
        <p:grpSpPr>
          <a:xfrm flipH="1">
            <a:off x="911442" y="1721813"/>
            <a:ext cx="401865" cy="1699875"/>
            <a:chOff x="8117560" y="1683750"/>
            <a:chExt cx="401865" cy="1699875"/>
          </a:xfrm>
        </p:grpSpPr>
        <p:sp>
          <p:nvSpPr>
            <p:cNvPr id="772" name="Google Shape;772;p23"/>
            <p:cNvSpPr/>
            <p:nvPr/>
          </p:nvSpPr>
          <p:spPr>
            <a:xfrm>
              <a:off x="8117560" y="168375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8117560" y="178037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8117560" y="187699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8117560" y="197361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8117560" y="2070238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7" name="Google Shape;777;p23"/>
            <p:cNvSpPr/>
            <p:nvPr/>
          </p:nvSpPr>
          <p:spPr>
            <a:xfrm>
              <a:off x="8117560" y="216686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8" name="Google Shape;778;p23"/>
            <p:cNvSpPr/>
            <p:nvPr/>
          </p:nvSpPr>
          <p:spPr>
            <a:xfrm>
              <a:off x="8117560" y="226348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9" name="Google Shape;779;p23"/>
            <p:cNvSpPr/>
            <p:nvPr/>
          </p:nvSpPr>
          <p:spPr>
            <a:xfrm>
              <a:off x="8117560" y="236010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0" name="Google Shape;780;p23"/>
            <p:cNvSpPr/>
            <p:nvPr/>
          </p:nvSpPr>
          <p:spPr>
            <a:xfrm>
              <a:off x="8117560" y="245672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1" name="Google Shape;781;p23"/>
            <p:cNvSpPr/>
            <p:nvPr/>
          </p:nvSpPr>
          <p:spPr>
            <a:xfrm>
              <a:off x="8117560" y="255334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2" name="Google Shape;782;p23"/>
            <p:cNvSpPr/>
            <p:nvPr/>
          </p:nvSpPr>
          <p:spPr>
            <a:xfrm>
              <a:off x="8117560" y="264997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3" name="Google Shape;783;p23"/>
            <p:cNvSpPr/>
            <p:nvPr/>
          </p:nvSpPr>
          <p:spPr>
            <a:xfrm>
              <a:off x="8117560" y="274659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4" name="Google Shape;784;p23"/>
            <p:cNvSpPr/>
            <p:nvPr/>
          </p:nvSpPr>
          <p:spPr>
            <a:xfrm>
              <a:off x="8117560" y="284321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5" name="Google Shape;785;p23"/>
            <p:cNvSpPr/>
            <p:nvPr/>
          </p:nvSpPr>
          <p:spPr>
            <a:xfrm>
              <a:off x="8117560" y="2939837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8117560" y="303645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8117560" y="313308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8117560" y="322970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9" name="Google Shape;789;p23"/>
            <p:cNvSpPr/>
            <p:nvPr/>
          </p:nvSpPr>
          <p:spPr>
            <a:xfrm>
              <a:off x="8117560" y="332632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90" name="Google Shape;790;p23"/>
            <p:cNvSpPr/>
            <p:nvPr/>
          </p:nvSpPr>
          <p:spPr>
            <a:xfrm rot="5400000">
              <a:off x="7641325" y="2505525"/>
              <a:ext cx="16998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3" name="Google Shape;793;p24"/>
          <p:cNvGrpSpPr/>
          <p:nvPr/>
        </p:nvGrpSpPr>
        <p:grpSpPr>
          <a:xfrm>
            <a:off x="317075" y="260720"/>
            <a:ext cx="8510015" cy="4621989"/>
            <a:chOff x="317075" y="271350"/>
            <a:chExt cx="8510015" cy="4600825"/>
          </a:xfrm>
        </p:grpSpPr>
        <p:sp>
          <p:nvSpPr>
            <p:cNvPr id="794" name="Google Shape;794;p24"/>
            <p:cNvSpPr/>
            <p:nvPr/>
          </p:nvSpPr>
          <p:spPr>
            <a:xfrm>
              <a:off x="486511" y="434593"/>
              <a:ext cx="8171049" cy="4274338"/>
            </a:xfrm>
            <a:custGeom>
              <a:avLst/>
              <a:gdLst/>
              <a:ahLst/>
              <a:cxnLst/>
              <a:rect l="l" t="t" r="r" b="b"/>
              <a:pathLst>
                <a:path w="95242" h="51713" extrusionOk="0">
                  <a:moveTo>
                    <a:pt x="2620" y="1"/>
                  </a:moveTo>
                  <a:lnTo>
                    <a:pt x="1" y="2620"/>
                  </a:lnTo>
                  <a:lnTo>
                    <a:pt x="1" y="49094"/>
                  </a:lnTo>
                  <a:lnTo>
                    <a:pt x="2620" y="51713"/>
                  </a:lnTo>
                  <a:lnTo>
                    <a:pt x="92623" y="51713"/>
                  </a:lnTo>
                  <a:lnTo>
                    <a:pt x="95242" y="49094"/>
                  </a:lnTo>
                  <a:lnTo>
                    <a:pt x="95242" y="2620"/>
                  </a:lnTo>
                  <a:cubicBezTo>
                    <a:pt x="94219" y="1597"/>
                    <a:pt x="93646" y="1023"/>
                    <a:pt x="92623" y="1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985838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317075" y="271350"/>
              <a:ext cx="8510015" cy="4600825"/>
            </a:xfrm>
            <a:custGeom>
              <a:avLst/>
              <a:gdLst/>
              <a:ahLst/>
              <a:cxnLst/>
              <a:rect l="l" t="t" r="r" b="b"/>
              <a:pathLst>
                <a:path w="99193" h="55663" fill="none" extrusionOk="0">
                  <a:moveTo>
                    <a:pt x="3776" y="55662"/>
                  </a:moveTo>
                  <a:lnTo>
                    <a:pt x="0" y="51886"/>
                  </a:lnTo>
                  <a:lnTo>
                    <a:pt x="0" y="3777"/>
                  </a:lnTo>
                  <a:lnTo>
                    <a:pt x="3776" y="0"/>
                  </a:lnTo>
                  <a:lnTo>
                    <a:pt x="95415" y="0"/>
                  </a:lnTo>
                  <a:lnTo>
                    <a:pt x="99192" y="3777"/>
                  </a:lnTo>
                  <a:lnTo>
                    <a:pt x="99192" y="51886"/>
                  </a:lnTo>
                  <a:lnTo>
                    <a:pt x="95415" y="55662"/>
                  </a:ln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060"/>
              <a:headEnd type="none" w="sm" len="sm"/>
              <a:tailEnd type="none" w="sm" len="sm"/>
            </a:ln>
            <a:effectLst>
              <a:outerShdw blurRad="971550" algn="bl" rotWithShape="0">
                <a:srgbClr val="000000">
                  <a:alpha val="7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" name="Google Shape;796;p24"/>
          <p:cNvGrpSpPr/>
          <p:nvPr/>
        </p:nvGrpSpPr>
        <p:grpSpPr>
          <a:xfrm>
            <a:off x="146790" y="1721819"/>
            <a:ext cx="8850419" cy="1699863"/>
            <a:chOff x="146790" y="1721819"/>
            <a:chExt cx="8850419" cy="1699863"/>
          </a:xfrm>
        </p:grpSpPr>
        <p:grpSp>
          <p:nvGrpSpPr>
            <p:cNvPr id="797" name="Google Shape;797;p24"/>
            <p:cNvGrpSpPr/>
            <p:nvPr/>
          </p:nvGrpSpPr>
          <p:grpSpPr>
            <a:xfrm>
              <a:off x="146790" y="1721819"/>
              <a:ext cx="254440" cy="1699863"/>
              <a:chOff x="154097" y="1721825"/>
              <a:chExt cx="254440" cy="1699863"/>
            </a:xfrm>
          </p:grpSpPr>
          <p:sp>
            <p:nvSpPr>
              <p:cNvPr id="798" name="Google Shape;798;p24"/>
              <p:cNvSpPr/>
              <p:nvPr/>
            </p:nvSpPr>
            <p:spPr>
              <a:xfrm flipH="1">
                <a:off x="245937" y="1721825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799" name="Google Shape;799;p24"/>
              <p:cNvSpPr/>
              <p:nvPr/>
            </p:nvSpPr>
            <p:spPr>
              <a:xfrm flipH="1">
                <a:off x="245937" y="1818447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0" name="Google Shape;800;p24"/>
              <p:cNvSpPr/>
              <p:nvPr/>
            </p:nvSpPr>
            <p:spPr>
              <a:xfrm flipH="1">
                <a:off x="245937" y="1915069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1" name="Google Shape;801;p24"/>
              <p:cNvSpPr/>
              <p:nvPr/>
            </p:nvSpPr>
            <p:spPr>
              <a:xfrm flipH="1">
                <a:off x="245937" y="2011691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2" name="Google Shape;802;p24"/>
              <p:cNvSpPr/>
              <p:nvPr/>
            </p:nvSpPr>
            <p:spPr>
              <a:xfrm flipH="1">
                <a:off x="245937" y="2108313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3" name="Google Shape;803;p24"/>
              <p:cNvSpPr/>
              <p:nvPr/>
            </p:nvSpPr>
            <p:spPr>
              <a:xfrm flipH="1">
                <a:off x="245937" y="2204935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4" name="Google Shape;804;p24"/>
              <p:cNvSpPr/>
              <p:nvPr/>
            </p:nvSpPr>
            <p:spPr>
              <a:xfrm flipH="1">
                <a:off x="245937" y="2301557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5" name="Google Shape;805;p24"/>
              <p:cNvSpPr/>
              <p:nvPr/>
            </p:nvSpPr>
            <p:spPr>
              <a:xfrm flipH="1">
                <a:off x="245937" y="2398179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6" name="Google Shape;806;p24"/>
              <p:cNvSpPr/>
              <p:nvPr/>
            </p:nvSpPr>
            <p:spPr>
              <a:xfrm flipH="1">
                <a:off x="245937" y="2494801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7" name="Google Shape;807;p24"/>
              <p:cNvSpPr/>
              <p:nvPr/>
            </p:nvSpPr>
            <p:spPr>
              <a:xfrm flipH="1">
                <a:off x="245937" y="2591424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8" name="Google Shape;808;p24"/>
              <p:cNvSpPr/>
              <p:nvPr/>
            </p:nvSpPr>
            <p:spPr>
              <a:xfrm flipH="1">
                <a:off x="245937" y="2688046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09" name="Google Shape;809;p24"/>
              <p:cNvSpPr/>
              <p:nvPr/>
            </p:nvSpPr>
            <p:spPr>
              <a:xfrm flipH="1">
                <a:off x="245937" y="2784668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10" name="Google Shape;810;p24"/>
              <p:cNvSpPr/>
              <p:nvPr/>
            </p:nvSpPr>
            <p:spPr>
              <a:xfrm flipH="1">
                <a:off x="245937" y="2881290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11" name="Google Shape;811;p24"/>
              <p:cNvSpPr/>
              <p:nvPr/>
            </p:nvSpPr>
            <p:spPr>
              <a:xfrm flipH="1">
                <a:off x="245937" y="2977912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12" name="Google Shape;812;p24"/>
              <p:cNvSpPr/>
              <p:nvPr/>
            </p:nvSpPr>
            <p:spPr>
              <a:xfrm flipH="1">
                <a:off x="245937" y="3074534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13" name="Google Shape;813;p24"/>
              <p:cNvSpPr/>
              <p:nvPr/>
            </p:nvSpPr>
            <p:spPr>
              <a:xfrm flipH="1">
                <a:off x="245937" y="3171156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14" name="Google Shape;814;p24"/>
              <p:cNvSpPr/>
              <p:nvPr/>
            </p:nvSpPr>
            <p:spPr>
              <a:xfrm flipH="1">
                <a:off x="245937" y="3267778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15" name="Google Shape;815;p24"/>
              <p:cNvSpPr/>
              <p:nvPr/>
            </p:nvSpPr>
            <p:spPr>
              <a:xfrm flipH="1">
                <a:off x="245937" y="3364400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16" name="Google Shape;816;p24"/>
              <p:cNvSpPr/>
              <p:nvPr/>
            </p:nvSpPr>
            <p:spPr>
              <a:xfrm rot="-5400000" flipH="1">
                <a:off x="-667603" y="2543588"/>
                <a:ext cx="16998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817" name="Google Shape;817;p24"/>
            <p:cNvGrpSpPr/>
            <p:nvPr/>
          </p:nvGrpSpPr>
          <p:grpSpPr>
            <a:xfrm flipH="1">
              <a:off x="8742770" y="1721819"/>
              <a:ext cx="254440" cy="1699863"/>
              <a:chOff x="154097" y="1721825"/>
              <a:chExt cx="254440" cy="1699863"/>
            </a:xfrm>
          </p:grpSpPr>
          <p:sp>
            <p:nvSpPr>
              <p:cNvPr id="818" name="Google Shape;818;p24"/>
              <p:cNvSpPr/>
              <p:nvPr/>
            </p:nvSpPr>
            <p:spPr>
              <a:xfrm flipH="1">
                <a:off x="245937" y="1721825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19" name="Google Shape;819;p24"/>
              <p:cNvSpPr/>
              <p:nvPr/>
            </p:nvSpPr>
            <p:spPr>
              <a:xfrm flipH="1">
                <a:off x="245937" y="1818447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0" name="Google Shape;820;p24"/>
              <p:cNvSpPr/>
              <p:nvPr/>
            </p:nvSpPr>
            <p:spPr>
              <a:xfrm flipH="1">
                <a:off x="245937" y="1915069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1" name="Google Shape;821;p24"/>
              <p:cNvSpPr/>
              <p:nvPr/>
            </p:nvSpPr>
            <p:spPr>
              <a:xfrm flipH="1">
                <a:off x="245937" y="2011691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2" name="Google Shape;822;p24"/>
              <p:cNvSpPr/>
              <p:nvPr/>
            </p:nvSpPr>
            <p:spPr>
              <a:xfrm flipH="1">
                <a:off x="245937" y="2108313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3" name="Google Shape;823;p24"/>
              <p:cNvSpPr/>
              <p:nvPr/>
            </p:nvSpPr>
            <p:spPr>
              <a:xfrm flipH="1">
                <a:off x="245937" y="2204935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4" name="Google Shape;824;p24"/>
              <p:cNvSpPr/>
              <p:nvPr/>
            </p:nvSpPr>
            <p:spPr>
              <a:xfrm flipH="1">
                <a:off x="245937" y="2301557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5" name="Google Shape;825;p24"/>
              <p:cNvSpPr/>
              <p:nvPr/>
            </p:nvSpPr>
            <p:spPr>
              <a:xfrm flipH="1">
                <a:off x="245937" y="2398179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6" name="Google Shape;826;p24"/>
              <p:cNvSpPr/>
              <p:nvPr/>
            </p:nvSpPr>
            <p:spPr>
              <a:xfrm flipH="1">
                <a:off x="245937" y="2494801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7" name="Google Shape;827;p24"/>
              <p:cNvSpPr/>
              <p:nvPr/>
            </p:nvSpPr>
            <p:spPr>
              <a:xfrm flipH="1">
                <a:off x="245937" y="2591424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8" name="Google Shape;828;p24"/>
              <p:cNvSpPr/>
              <p:nvPr/>
            </p:nvSpPr>
            <p:spPr>
              <a:xfrm flipH="1">
                <a:off x="245937" y="2688046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29" name="Google Shape;829;p24"/>
              <p:cNvSpPr/>
              <p:nvPr/>
            </p:nvSpPr>
            <p:spPr>
              <a:xfrm flipH="1">
                <a:off x="245937" y="2784668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30" name="Google Shape;830;p24"/>
              <p:cNvSpPr/>
              <p:nvPr/>
            </p:nvSpPr>
            <p:spPr>
              <a:xfrm flipH="1">
                <a:off x="245937" y="2881290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31" name="Google Shape;831;p24"/>
              <p:cNvSpPr/>
              <p:nvPr/>
            </p:nvSpPr>
            <p:spPr>
              <a:xfrm flipH="1">
                <a:off x="245937" y="2977912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32" name="Google Shape;832;p24"/>
              <p:cNvSpPr/>
              <p:nvPr/>
            </p:nvSpPr>
            <p:spPr>
              <a:xfrm flipH="1">
                <a:off x="245937" y="3074534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33" name="Google Shape;833;p24"/>
              <p:cNvSpPr/>
              <p:nvPr/>
            </p:nvSpPr>
            <p:spPr>
              <a:xfrm flipH="1">
                <a:off x="245937" y="3171156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34" name="Google Shape;834;p24"/>
              <p:cNvSpPr/>
              <p:nvPr/>
            </p:nvSpPr>
            <p:spPr>
              <a:xfrm flipH="1">
                <a:off x="245937" y="3267778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35" name="Google Shape;835;p24"/>
              <p:cNvSpPr/>
              <p:nvPr/>
            </p:nvSpPr>
            <p:spPr>
              <a:xfrm flipH="1">
                <a:off x="245937" y="3364400"/>
                <a:ext cx="1626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36" name="Google Shape;836;p24"/>
              <p:cNvSpPr/>
              <p:nvPr/>
            </p:nvSpPr>
            <p:spPr>
              <a:xfrm rot="-5400000" flipH="1">
                <a:off x="-667603" y="2543588"/>
                <a:ext cx="1699800" cy="56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Mono Medium"/>
              <a:buNone/>
              <a:defRPr sz="3000">
                <a:solidFill>
                  <a:schemeClr val="dk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Mono"/>
              <a:buNone/>
              <a:defRPr sz="3000">
                <a:solidFill>
                  <a:schemeClr val="dk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Mono"/>
              <a:buNone/>
              <a:defRPr sz="3000">
                <a:solidFill>
                  <a:schemeClr val="dk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Mono"/>
              <a:buNone/>
              <a:defRPr sz="3000">
                <a:solidFill>
                  <a:schemeClr val="dk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Mono"/>
              <a:buNone/>
              <a:defRPr sz="3000">
                <a:solidFill>
                  <a:schemeClr val="dk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Mono"/>
              <a:buNone/>
              <a:defRPr sz="3000">
                <a:solidFill>
                  <a:schemeClr val="dk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Mono"/>
              <a:buNone/>
              <a:defRPr sz="3000">
                <a:solidFill>
                  <a:schemeClr val="dk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Mono"/>
              <a:buNone/>
              <a:defRPr sz="3000">
                <a:solidFill>
                  <a:schemeClr val="dk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Mono"/>
              <a:buNone/>
              <a:defRPr sz="3000">
                <a:solidFill>
                  <a:schemeClr val="dk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69" r:id="rId7"/>
    <p:sldLayoutId id="2147483670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Google Shape;847;p28"/>
          <p:cNvGrpSpPr/>
          <p:nvPr/>
        </p:nvGrpSpPr>
        <p:grpSpPr>
          <a:xfrm>
            <a:off x="802750" y="822300"/>
            <a:ext cx="7538495" cy="3497823"/>
            <a:chOff x="802750" y="822300"/>
            <a:chExt cx="7538495" cy="3497823"/>
          </a:xfrm>
        </p:grpSpPr>
        <p:sp>
          <p:nvSpPr>
            <p:cNvPr id="848" name="Google Shape;848;p28"/>
            <p:cNvSpPr/>
            <p:nvPr/>
          </p:nvSpPr>
          <p:spPr>
            <a:xfrm>
              <a:off x="802750" y="822300"/>
              <a:ext cx="7538495" cy="3497823"/>
            </a:xfrm>
            <a:custGeom>
              <a:avLst/>
              <a:gdLst/>
              <a:ahLst/>
              <a:cxnLst/>
              <a:rect l="l" t="t" r="r" b="b"/>
              <a:pathLst>
                <a:path w="104596" h="48532" fill="none" extrusionOk="0">
                  <a:moveTo>
                    <a:pt x="3753" y="48531"/>
                  </a:moveTo>
                  <a:lnTo>
                    <a:pt x="0" y="44779"/>
                  </a:lnTo>
                  <a:lnTo>
                    <a:pt x="0" y="3754"/>
                  </a:lnTo>
                  <a:lnTo>
                    <a:pt x="3753" y="0"/>
                  </a:lnTo>
                  <a:lnTo>
                    <a:pt x="100844" y="0"/>
                  </a:lnTo>
                  <a:lnTo>
                    <a:pt x="104596" y="3754"/>
                  </a:lnTo>
                  <a:lnTo>
                    <a:pt x="104596" y="44779"/>
                  </a:lnTo>
                  <a:lnTo>
                    <a:pt x="100844" y="48531"/>
                  </a:ln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060"/>
              <a:headEnd type="none" w="sm" len="sm"/>
              <a:tailEnd type="none" w="sm" len="sm"/>
            </a:ln>
            <a:effectLst>
              <a:outerShdw blurRad="400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942209" y="961760"/>
              <a:ext cx="7259575" cy="3218830"/>
            </a:xfrm>
            <a:custGeom>
              <a:avLst/>
              <a:gdLst/>
              <a:ahLst/>
              <a:cxnLst/>
              <a:rect l="l" t="t" r="r" b="b"/>
              <a:pathLst>
                <a:path w="100726" h="44661" extrusionOk="0">
                  <a:moveTo>
                    <a:pt x="2620" y="0"/>
                  </a:moveTo>
                  <a:lnTo>
                    <a:pt x="0" y="2619"/>
                  </a:lnTo>
                  <a:lnTo>
                    <a:pt x="0" y="42042"/>
                  </a:lnTo>
                  <a:lnTo>
                    <a:pt x="2620" y="44661"/>
                  </a:lnTo>
                  <a:lnTo>
                    <a:pt x="98107" y="44661"/>
                  </a:lnTo>
                  <a:lnTo>
                    <a:pt x="100726" y="42042"/>
                  </a:lnTo>
                  <a:lnTo>
                    <a:pt x="100726" y="2619"/>
                  </a:lnTo>
                  <a:cubicBezTo>
                    <a:pt x="99702" y="1598"/>
                    <a:pt x="99130" y="1024"/>
                    <a:pt x="98107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971550" algn="bl" rotWithShape="0">
                <a:schemeClr val="accent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28"/>
          <p:cNvSpPr txBox="1">
            <a:spLocks noGrp="1"/>
          </p:cNvSpPr>
          <p:nvPr>
            <p:ph type="ctrTitle"/>
          </p:nvPr>
        </p:nvSpPr>
        <p:spPr>
          <a:xfrm>
            <a:off x="1366900" y="1688650"/>
            <a:ext cx="6410100" cy="12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Sistem de monitorizare și irigare automată </a:t>
            </a:r>
            <a:endParaRPr dirty="0"/>
          </a:p>
        </p:txBody>
      </p:sp>
      <p:grpSp>
        <p:nvGrpSpPr>
          <p:cNvPr id="852" name="Google Shape;852;p28"/>
          <p:cNvGrpSpPr/>
          <p:nvPr/>
        </p:nvGrpSpPr>
        <p:grpSpPr>
          <a:xfrm>
            <a:off x="8115957" y="1721813"/>
            <a:ext cx="401865" cy="1699875"/>
            <a:chOff x="8117560" y="1683750"/>
            <a:chExt cx="401865" cy="1699875"/>
          </a:xfrm>
        </p:grpSpPr>
        <p:sp>
          <p:nvSpPr>
            <p:cNvPr id="853" name="Google Shape;853;p28"/>
            <p:cNvSpPr/>
            <p:nvPr/>
          </p:nvSpPr>
          <p:spPr>
            <a:xfrm>
              <a:off x="8117560" y="168375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8117560" y="178037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8117560" y="187699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8117560" y="197361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8117560" y="2070238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8117560" y="216686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8117560" y="226348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8117560" y="236010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8117560" y="245672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8117560" y="255334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8117560" y="264997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4" name="Google Shape;864;p28"/>
            <p:cNvSpPr/>
            <p:nvPr/>
          </p:nvSpPr>
          <p:spPr>
            <a:xfrm>
              <a:off x="8117560" y="274659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5" name="Google Shape;865;p28"/>
            <p:cNvSpPr/>
            <p:nvPr/>
          </p:nvSpPr>
          <p:spPr>
            <a:xfrm>
              <a:off x="8117560" y="284321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6" name="Google Shape;866;p28"/>
            <p:cNvSpPr/>
            <p:nvPr/>
          </p:nvSpPr>
          <p:spPr>
            <a:xfrm>
              <a:off x="8117560" y="2939837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7" name="Google Shape;867;p28"/>
            <p:cNvSpPr/>
            <p:nvPr/>
          </p:nvSpPr>
          <p:spPr>
            <a:xfrm>
              <a:off x="8117560" y="303645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8" name="Google Shape;868;p28"/>
            <p:cNvSpPr/>
            <p:nvPr/>
          </p:nvSpPr>
          <p:spPr>
            <a:xfrm>
              <a:off x="8117560" y="313308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9" name="Google Shape;869;p28"/>
            <p:cNvSpPr/>
            <p:nvPr/>
          </p:nvSpPr>
          <p:spPr>
            <a:xfrm>
              <a:off x="8117560" y="322970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8117560" y="332632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1" name="Google Shape;871;p28"/>
            <p:cNvSpPr/>
            <p:nvPr/>
          </p:nvSpPr>
          <p:spPr>
            <a:xfrm rot="5400000">
              <a:off x="7641325" y="2505525"/>
              <a:ext cx="16998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872" name="Google Shape;872;p28"/>
          <p:cNvGrpSpPr/>
          <p:nvPr/>
        </p:nvGrpSpPr>
        <p:grpSpPr>
          <a:xfrm flipH="1">
            <a:off x="626178" y="1721813"/>
            <a:ext cx="401865" cy="1699875"/>
            <a:chOff x="8117560" y="1683750"/>
            <a:chExt cx="401865" cy="1699875"/>
          </a:xfrm>
        </p:grpSpPr>
        <p:sp>
          <p:nvSpPr>
            <p:cNvPr id="873" name="Google Shape;873;p28"/>
            <p:cNvSpPr/>
            <p:nvPr/>
          </p:nvSpPr>
          <p:spPr>
            <a:xfrm>
              <a:off x="8117560" y="168375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4" name="Google Shape;874;p28"/>
            <p:cNvSpPr/>
            <p:nvPr/>
          </p:nvSpPr>
          <p:spPr>
            <a:xfrm>
              <a:off x="8117560" y="178037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5" name="Google Shape;875;p28"/>
            <p:cNvSpPr/>
            <p:nvPr/>
          </p:nvSpPr>
          <p:spPr>
            <a:xfrm>
              <a:off x="8117560" y="187699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6" name="Google Shape;876;p28"/>
            <p:cNvSpPr/>
            <p:nvPr/>
          </p:nvSpPr>
          <p:spPr>
            <a:xfrm>
              <a:off x="8117560" y="197361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7" name="Google Shape;877;p28"/>
            <p:cNvSpPr/>
            <p:nvPr/>
          </p:nvSpPr>
          <p:spPr>
            <a:xfrm>
              <a:off x="8117560" y="2070238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8" name="Google Shape;878;p28"/>
            <p:cNvSpPr/>
            <p:nvPr/>
          </p:nvSpPr>
          <p:spPr>
            <a:xfrm>
              <a:off x="8117560" y="2166860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9" name="Google Shape;879;p28"/>
            <p:cNvSpPr/>
            <p:nvPr/>
          </p:nvSpPr>
          <p:spPr>
            <a:xfrm>
              <a:off x="8117560" y="2263482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0" name="Google Shape;880;p28"/>
            <p:cNvSpPr/>
            <p:nvPr/>
          </p:nvSpPr>
          <p:spPr>
            <a:xfrm>
              <a:off x="8117560" y="2360104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1" name="Google Shape;881;p28"/>
            <p:cNvSpPr/>
            <p:nvPr/>
          </p:nvSpPr>
          <p:spPr>
            <a:xfrm>
              <a:off x="8117560" y="2456726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2" name="Google Shape;882;p28"/>
            <p:cNvSpPr/>
            <p:nvPr/>
          </p:nvSpPr>
          <p:spPr>
            <a:xfrm>
              <a:off x="8117560" y="255334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3" name="Google Shape;883;p28"/>
            <p:cNvSpPr/>
            <p:nvPr/>
          </p:nvSpPr>
          <p:spPr>
            <a:xfrm>
              <a:off x="8117560" y="264997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4" name="Google Shape;884;p28"/>
            <p:cNvSpPr/>
            <p:nvPr/>
          </p:nvSpPr>
          <p:spPr>
            <a:xfrm>
              <a:off x="8117560" y="274659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5" name="Google Shape;885;p28"/>
            <p:cNvSpPr/>
            <p:nvPr/>
          </p:nvSpPr>
          <p:spPr>
            <a:xfrm>
              <a:off x="8117560" y="284321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6" name="Google Shape;886;p28"/>
            <p:cNvSpPr/>
            <p:nvPr/>
          </p:nvSpPr>
          <p:spPr>
            <a:xfrm>
              <a:off x="8117560" y="2939837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8117560" y="3036459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8" name="Google Shape;888;p28"/>
            <p:cNvSpPr/>
            <p:nvPr/>
          </p:nvSpPr>
          <p:spPr>
            <a:xfrm>
              <a:off x="8117560" y="3133081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9" name="Google Shape;889;p28"/>
            <p:cNvSpPr/>
            <p:nvPr/>
          </p:nvSpPr>
          <p:spPr>
            <a:xfrm>
              <a:off x="8117560" y="3229703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90" name="Google Shape;890;p28"/>
            <p:cNvSpPr/>
            <p:nvPr/>
          </p:nvSpPr>
          <p:spPr>
            <a:xfrm>
              <a:off x="8117560" y="3326325"/>
              <a:ext cx="3099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91" name="Google Shape;891;p28"/>
            <p:cNvSpPr/>
            <p:nvPr/>
          </p:nvSpPr>
          <p:spPr>
            <a:xfrm rot="5400000">
              <a:off x="7641325" y="2505525"/>
              <a:ext cx="1699800" cy="5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8B790E8C-562B-4551-9AF1-5192C05D9E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171508" y="3052932"/>
            <a:ext cx="45320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altLang="ro-RO" sz="1800" dirty="0">
                <a:solidFill>
                  <a:schemeClr val="tx1"/>
                </a:solidFill>
                <a:latin typeface="Arial" panose="020B0604020202020204" pitchFamily="34" charset="0"/>
              </a:rPr>
              <a:t> Șalaru Ioana și Panaite Elena - Alexandra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Grupa 1309</a:t>
            </a:r>
            <a:r>
              <a:rPr lang="ro-RO" altLang="ro-RO" sz="1800" dirty="0">
                <a:solidFill>
                  <a:schemeClr val="tx1"/>
                </a:solidFill>
                <a:latin typeface="Arial" panose="020B0604020202020204" pitchFamily="34" charset="0"/>
              </a:rPr>
              <a:t>B</a:t>
            </a:r>
            <a:endParaRPr kumimoji="0" lang="ro-MD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8" name="Google Shape;8068;p65">
            <a:extLst>
              <a:ext uri="{FF2B5EF4-FFF2-40B4-BE49-F238E27FC236}">
                <a16:creationId xmlns:a16="http://schemas.microsoft.com/office/drawing/2014/main" id="{2DAB8B29-191F-4156-B845-8694E5706B94}"/>
              </a:ext>
            </a:extLst>
          </p:cNvPr>
          <p:cNvGrpSpPr/>
          <p:nvPr/>
        </p:nvGrpSpPr>
        <p:grpSpPr>
          <a:xfrm>
            <a:off x="7117303" y="2398167"/>
            <a:ext cx="418311" cy="396802"/>
            <a:chOff x="-20572500" y="3319025"/>
            <a:chExt cx="305625" cy="302875"/>
          </a:xfrm>
        </p:grpSpPr>
        <p:sp>
          <p:nvSpPr>
            <p:cNvPr id="49" name="Google Shape;8069;p65">
              <a:extLst>
                <a:ext uri="{FF2B5EF4-FFF2-40B4-BE49-F238E27FC236}">
                  <a16:creationId xmlns:a16="http://schemas.microsoft.com/office/drawing/2014/main" id="{60DFC61D-A404-45F5-8AD9-F5BE5B1BE455}"/>
                </a:ext>
              </a:extLst>
            </p:cNvPr>
            <p:cNvSpPr/>
            <p:nvPr/>
          </p:nvSpPr>
          <p:spPr>
            <a:xfrm>
              <a:off x="-20429150" y="3569900"/>
              <a:ext cx="18150" cy="52000"/>
            </a:xfrm>
            <a:custGeom>
              <a:avLst/>
              <a:gdLst/>
              <a:ahLst/>
              <a:cxnLst/>
              <a:rect l="l" t="t" r="r" b="b"/>
              <a:pathLst>
                <a:path w="726" h="2080" extrusionOk="0">
                  <a:moveTo>
                    <a:pt x="347" y="0"/>
                  </a:moveTo>
                  <a:lnTo>
                    <a:pt x="1" y="126"/>
                  </a:ln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68" y="2079"/>
                    <a:pt x="725" y="1922"/>
                    <a:pt x="725" y="1733"/>
                  </a:cubicBezTo>
                  <a:lnTo>
                    <a:pt x="725" y="126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070;p65">
              <a:extLst>
                <a:ext uri="{FF2B5EF4-FFF2-40B4-BE49-F238E27FC236}">
                  <a16:creationId xmlns:a16="http://schemas.microsoft.com/office/drawing/2014/main" id="{EFB94387-E8C2-457E-AC4E-07A8B1F2A1C8}"/>
                </a:ext>
              </a:extLst>
            </p:cNvPr>
            <p:cNvSpPr/>
            <p:nvPr/>
          </p:nvSpPr>
          <p:spPr>
            <a:xfrm>
              <a:off x="-20572500" y="3319025"/>
              <a:ext cx="305625" cy="267350"/>
            </a:xfrm>
            <a:custGeom>
              <a:avLst/>
              <a:gdLst/>
              <a:ahLst/>
              <a:cxnLst/>
              <a:rect l="l" t="t" r="r" b="b"/>
              <a:pathLst>
                <a:path w="12225" h="10694" extrusionOk="0">
                  <a:moveTo>
                    <a:pt x="6097" y="1"/>
                  </a:moveTo>
                  <a:cubicBezTo>
                    <a:pt x="5979" y="1"/>
                    <a:pt x="5861" y="48"/>
                    <a:pt x="5798" y="143"/>
                  </a:cubicBezTo>
                  <a:lnTo>
                    <a:pt x="5168" y="1119"/>
                  </a:lnTo>
                  <a:cubicBezTo>
                    <a:pt x="4758" y="1749"/>
                    <a:pt x="4034" y="2159"/>
                    <a:pt x="3246" y="2159"/>
                  </a:cubicBezTo>
                  <a:cubicBezTo>
                    <a:pt x="2931" y="2159"/>
                    <a:pt x="2773" y="2537"/>
                    <a:pt x="3025" y="2757"/>
                  </a:cubicBezTo>
                  <a:cubicBezTo>
                    <a:pt x="3593" y="3388"/>
                    <a:pt x="3813" y="4900"/>
                    <a:pt x="3403" y="5813"/>
                  </a:cubicBezTo>
                  <a:cubicBezTo>
                    <a:pt x="2931" y="5656"/>
                    <a:pt x="2490" y="5372"/>
                    <a:pt x="2143" y="5057"/>
                  </a:cubicBezTo>
                  <a:cubicBezTo>
                    <a:pt x="2080" y="4994"/>
                    <a:pt x="2006" y="4966"/>
                    <a:pt x="1932" y="4966"/>
                  </a:cubicBezTo>
                  <a:cubicBezTo>
                    <a:pt x="1823" y="4966"/>
                    <a:pt x="1714" y="5026"/>
                    <a:pt x="1639" y="5120"/>
                  </a:cubicBezTo>
                  <a:cubicBezTo>
                    <a:pt x="1293" y="5624"/>
                    <a:pt x="789" y="6034"/>
                    <a:pt x="221" y="6286"/>
                  </a:cubicBezTo>
                  <a:cubicBezTo>
                    <a:pt x="64" y="6381"/>
                    <a:pt x="1" y="6570"/>
                    <a:pt x="64" y="6759"/>
                  </a:cubicBezTo>
                  <a:cubicBezTo>
                    <a:pt x="284" y="7326"/>
                    <a:pt x="411" y="7956"/>
                    <a:pt x="379" y="8523"/>
                  </a:cubicBezTo>
                  <a:cubicBezTo>
                    <a:pt x="379" y="8743"/>
                    <a:pt x="537" y="8932"/>
                    <a:pt x="726" y="8932"/>
                  </a:cubicBezTo>
                  <a:lnTo>
                    <a:pt x="883" y="8932"/>
                  </a:lnTo>
                  <a:cubicBezTo>
                    <a:pt x="1293" y="8932"/>
                    <a:pt x="1671" y="8964"/>
                    <a:pt x="2049" y="9121"/>
                  </a:cubicBezTo>
                  <a:lnTo>
                    <a:pt x="1482" y="10193"/>
                  </a:lnTo>
                  <a:cubicBezTo>
                    <a:pt x="1349" y="10432"/>
                    <a:pt x="1530" y="10694"/>
                    <a:pt x="1779" y="10694"/>
                  </a:cubicBezTo>
                  <a:cubicBezTo>
                    <a:pt x="1825" y="10694"/>
                    <a:pt x="1874" y="10685"/>
                    <a:pt x="1923" y="10665"/>
                  </a:cubicBezTo>
                  <a:lnTo>
                    <a:pt x="5735" y="9405"/>
                  </a:lnTo>
                  <a:lnTo>
                    <a:pt x="5735" y="9153"/>
                  </a:lnTo>
                  <a:lnTo>
                    <a:pt x="2395" y="7830"/>
                  </a:lnTo>
                  <a:cubicBezTo>
                    <a:pt x="2206" y="7735"/>
                    <a:pt x="2112" y="7546"/>
                    <a:pt x="2206" y="7357"/>
                  </a:cubicBezTo>
                  <a:cubicBezTo>
                    <a:pt x="2252" y="7219"/>
                    <a:pt x="2366" y="7131"/>
                    <a:pt x="2498" y="7131"/>
                  </a:cubicBezTo>
                  <a:cubicBezTo>
                    <a:pt x="2546" y="7131"/>
                    <a:pt x="2597" y="7143"/>
                    <a:pt x="2647" y="7168"/>
                  </a:cubicBezTo>
                  <a:lnTo>
                    <a:pt x="5735" y="8397"/>
                  </a:lnTo>
                  <a:lnTo>
                    <a:pt x="5735" y="3923"/>
                  </a:lnTo>
                  <a:cubicBezTo>
                    <a:pt x="5735" y="3734"/>
                    <a:pt x="5892" y="3577"/>
                    <a:pt x="6081" y="3577"/>
                  </a:cubicBezTo>
                  <a:cubicBezTo>
                    <a:pt x="6302" y="3577"/>
                    <a:pt x="6459" y="3734"/>
                    <a:pt x="6459" y="3923"/>
                  </a:cubicBezTo>
                  <a:lnTo>
                    <a:pt x="6459" y="8397"/>
                  </a:lnTo>
                  <a:lnTo>
                    <a:pt x="9515" y="7168"/>
                  </a:lnTo>
                  <a:cubicBezTo>
                    <a:pt x="9566" y="7143"/>
                    <a:pt x="9619" y="7131"/>
                    <a:pt x="9671" y="7131"/>
                  </a:cubicBezTo>
                  <a:cubicBezTo>
                    <a:pt x="9811" y="7131"/>
                    <a:pt x="9942" y="7219"/>
                    <a:pt x="9988" y="7357"/>
                  </a:cubicBezTo>
                  <a:cubicBezTo>
                    <a:pt x="10083" y="7546"/>
                    <a:pt x="9988" y="7735"/>
                    <a:pt x="9799" y="7830"/>
                  </a:cubicBezTo>
                  <a:lnTo>
                    <a:pt x="6459" y="9153"/>
                  </a:lnTo>
                  <a:lnTo>
                    <a:pt x="6459" y="9405"/>
                  </a:lnTo>
                  <a:lnTo>
                    <a:pt x="10272" y="10665"/>
                  </a:lnTo>
                  <a:cubicBezTo>
                    <a:pt x="10311" y="10685"/>
                    <a:pt x="10352" y="10694"/>
                    <a:pt x="10394" y="10694"/>
                  </a:cubicBezTo>
                  <a:cubicBezTo>
                    <a:pt x="10619" y="10694"/>
                    <a:pt x="10841" y="10432"/>
                    <a:pt x="10681" y="10193"/>
                  </a:cubicBezTo>
                  <a:lnTo>
                    <a:pt x="10146" y="9121"/>
                  </a:lnTo>
                  <a:cubicBezTo>
                    <a:pt x="10492" y="8995"/>
                    <a:pt x="10902" y="8932"/>
                    <a:pt x="11280" y="8932"/>
                  </a:cubicBezTo>
                  <a:lnTo>
                    <a:pt x="11437" y="8932"/>
                  </a:lnTo>
                  <a:cubicBezTo>
                    <a:pt x="11658" y="8932"/>
                    <a:pt x="11847" y="8806"/>
                    <a:pt x="11847" y="8523"/>
                  </a:cubicBezTo>
                  <a:cubicBezTo>
                    <a:pt x="11815" y="7956"/>
                    <a:pt x="11910" y="7326"/>
                    <a:pt x="12162" y="6759"/>
                  </a:cubicBezTo>
                  <a:cubicBezTo>
                    <a:pt x="12225" y="6570"/>
                    <a:pt x="12162" y="6381"/>
                    <a:pt x="12004" y="6286"/>
                  </a:cubicBezTo>
                  <a:cubicBezTo>
                    <a:pt x="11437" y="6034"/>
                    <a:pt x="10933" y="5624"/>
                    <a:pt x="10587" y="5120"/>
                  </a:cubicBezTo>
                  <a:cubicBezTo>
                    <a:pt x="10518" y="5001"/>
                    <a:pt x="10404" y="4946"/>
                    <a:pt x="10293" y="4946"/>
                  </a:cubicBezTo>
                  <a:cubicBezTo>
                    <a:pt x="10200" y="4946"/>
                    <a:pt x="10109" y="4985"/>
                    <a:pt x="10051" y="5057"/>
                  </a:cubicBezTo>
                  <a:cubicBezTo>
                    <a:pt x="9704" y="5372"/>
                    <a:pt x="9263" y="5656"/>
                    <a:pt x="8791" y="5813"/>
                  </a:cubicBezTo>
                  <a:cubicBezTo>
                    <a:pt x="8413" y="4900"/>
                    <a:pt x="8602" y="3325"/>
                    <a:pt x="9200" y="2757"/>
                  </a:cubicBezTo>
                  <a:cubicBezTo>
                    <a:pt x="9421" y="2537"/>
                    <a:pt x="9263" y="2159"/>
                    <a:pt x="8948" y="2159"/>
                  </a:cubicBezTo>
                  <a:cubicBezTo>
                    <a:pt x="8161" y="2159"/>
                    <a:pt x="7468" y="1749"/>
                    <a:pt x="7027" y="1119"/>
                  </a:cubicBezTo>
                  <a:lnTo>
                    <a:pt x="6396" y="143"/>
                  </a:lnTo>
                  <a:cubicBezTo>
                    <a:pt x="6333" y="48"/>
                    <a:pt x="6215" y="1"/>
                    <a:pt x="6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8195;p65">
            <a:extLst>
              <a:ext uri="{FF2B5EF4-FFF2-40B4-BE49-F238E27FC236}">
                <a16:creationId xmlns:a16="http://schemas.microsoft.com/office/drawing/2014/main" id="{2E9C1D75-1C16-47B5-9695-98922B84DBDE}"/>
              </a:ext>
            </a:extLst>
          </p:cNvPr>
          <p:cNvGrpSpPr/>
          <p:nvPr/>
        </p:nvGrpSpPr>
        <p:grpSpPr>
          <a:xfrm>
            <a:off x="7593826" y="2398167"/>
            <a:ext cx="401954" cy="380362"/>
            <a:chOff x="-19835275" y="3330250"/>
            <a:chExt cx="329250" cy="280625"/>
          </a:xfrm>
        </p:grpSpPr>
        <p:sp>
          <p:nvSpPr>
            <p:cNvPr id="52" name="Google Shape;8196;p65">
              <a:extLst>
                <a:ext uri="{FF2B5EF4-FFF2-40B4-BE49-F238E27FC236}">
                  <a16:creationId xmlns:a16="http://schemas.microsoft.com/office/drawing/2014/main" id="{7F7E525D-DC76-41DB-96AD-06C5B500A3E8}"/>
                </a:ext>
              </a:extLst>
            </p:cNvPr>
            <p:cNvSpPr/>
            <p:nvPr/>
          </p:nvSpPr>
          <p:spPr>
            <a:xfrm>
              <a:off x="-19768325" y="3361750"/>
              <a:ext cx="197725" cy="249125"/>
            </a:xfrm>
            <a:custGeom>
              <a:avLst/>
              <a:gdLst/>
              <a:ahLst/>
              <a:cxnLst/>
              <a:rect l="l" t="t" r="r" b="b"/>
              <a:pathLst>
                <a:path w="7909" h="9965" extrusionOk="0">
                  <a:moveTo>
                    <a:pt x="3927" y="1"/>
                  </a:moveTo>
                  <a:cubicBezTo>
                    <a:pt x="3797" y="1"/>
                    <a:pt x="3671" y="56"/>
                    <a:pt x="3624" y="166"/>
                  </a:cubicBezTo>
                  <a:lnTo>
                    <a:pt x="1103" y="5302"/>
                  </a:lnTo>
                  <a:cubicBezTo>
                    <a:pt x="1" y="7412"/>
                    <a:pt x="1607" y="9964"/>
                    <a:pt x="3970" y="9964"/>
                  </a:cubicBezTo>
                  <a:cubicBezTo>
                    <a:pt x="6333" y="9964"/>
                    <a:pt x="7908" y="7412"/>
                    <a:pt x="6837" y="5302"/>
                  </a:cubicBezTo>
                  <a:lnTo>
                    <a:pt x="4254" y="166"/>
                  </a:lnTo>
                  <a:cubicBezTo>
                    <a:pt x="4191" y="56"/>
                    <a:pt x="4057" y="1"/>
                    <a:pt x="39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197;p65">
              <a:extLst>
                <a:ext uri="{FF2B5EF4-FFF2-40B4-BE49-F238E27FC236}">
                  <a16:creationId xmlns:a16="http://schemas.microsoft.com/office/drawing/2014/main" id="{BD02D5E5-FFB4-4B12-B1CC-FD98840E7BDA}"/>
                </a:ext>
              </a:extLst>
            </p:cNvPr>
            <p:cNvSpPr/>
            <p:nvPr/>
          </p:nvSpPr>
          <p:spPr>
            <a:xfrm>
              <a:off x="-1962262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1683" y="1"/>
                  </a:moveTo>
                  <a:cubicBezTo>
                    <a:pt x="1553" y="1"/>
                    <a:pt x="1419" y="56"/>
                    <a:pt x="1356" y="166"/>
                  </a:cubicBezTo>
                  <a:lnTo>
                    <a:pt x="1" y="2939"/>
                  </a:lnTo>
                  <a:lnTo>
                    <a:pt x="1608" y="6215"/>
                  </a:lnTo>
                  <a:cubicBezTo>
                    <a:pt x="1828" y="6625"/>
                    <a:pt x="1954" y="7097"/>
                    <a:pt x="1986" y="7570"/>
                  </a:cubicBezTo>
                  <a:cubicBezTo>
                    <a:pt x="3687" y="7381"/>
                    <a:pt x="4664" y="5585"/>
                    <a:pt x="3876" y="4010"/>
                  </a:cubicBezTo>
                  <a:lnTo>
                    <a:pt x="1986" y="166"/>
                  </a:lnTo>
                  <a:cubicBezTo>
                    <a:pt x="1938" y="56"/>
                    <a:pt x="1812" y="1"/>
                    <a:pt x="16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198;p65">
              <a:extLst>
                <a:ext uri="{FF2B5EF4-FFF2-40B4-BE49-F238E27FC236}">
                  <a16:creationId xmlns:a16="http://schemas.microsoft.com/office/drawing/2014/main" id="{7C3AD319-FADD-4941-9B9A-6434417041EA}"/>
                </a:ext>
              </a:extLst>
            </p:cNvPr>
            <p:cNvSpPr/>
            <p:nvPr/>
          </p:nvSpPr>
          <p:spPr>
            <a:xfrm>
              <a:off x="-1983527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2982" y="1"/>
                  </a:moveTo>
                  <a:cubicBezTo>
                    <a:pt x="2852" y="1"/>
                    <a:pt x="2726" y="56"/>
                    <a:pt x="2679" y="166"/>
                  </a:cubicBezTo>
                  <a:lnTo>
                    <a:pt x="788" y="4010"/>
                  </a:lnTo>
                  <a:cubicBezTo>
                    <a:pt x="1" y="5522"/>
                    <a:pt x="977" y="7381"/>
                    <a:pt x="2679" y="7570"/>
                  </a:cubicBezTo>
                  <a:cubicBezTo>
                    <a:pt x="2710" y="7097"/>
                    <a:pt x="2868" y="6593"/>
                    <a:pt x="3057" y="6152"/>
                  </a:cubicBezTo>
                  <a:lnTo>
                    <a:pt x="4663" y="2876"/>
                  </a:lnTo>
                  <a:lnTo>
                    <a:pt x="3309" y="166"/>
                  </a:lnTo>
                  <a:cubicBezTo>
                    <a:pt x="3246" y="56"/>
                    <a:pt x="3112" y="1"/>
                    <a:pt x="29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836958" y="5190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Introducere</a:t>
            </a:r>
            <a:endParaRPr dirty="0"/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603042" y="1152473"/>
            <a:ext cx="7704000" cy="3185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buNone/>
            </a:pPr>
            <a:r>
              <a:rPr lang="ro-RO" sz="2000" b="1" dirty="0"/>
              <a:t>Problema</a:t>
            </a:r>
            <a:r>
              <a:rPr lang="en-US" sz="2000" b="1" dirty="0"/>
              <a:t>:</a:t>
            </a:r>
            <a:endParaRPr lang="ro-RO" sz="2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sz="1600" dirty="0"/>
              <a:t>Plantele necesită monitorizare constantă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sz="1600" dirty="0"/>
              <a:t>Utilizatorii uită să ude plantele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sz="1600" dirty="0"/>
              <a:t>Udarea excesivă poate deteriora rădăcinile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sz="1600" dirty="0"/>
              <a:t>În concedii plantele rămân nesupravegheate </a:t>
            </a:r>
            <a:endParaRPr lang="en-US" sz="1600" dirty="0"/>
          </a:p>
          <a:p>
            <a:pPr marL="139700" indent="0" algn="just">
              <a:buNone/>
            </a:pPr>
            <a:endParaRPr lang="en-US" sz="1600" dirty="0"/>
          </a:p>
          <a:p>
            <a:pPr marL="139700" indent="0" algn="just">
              <a:buNone/>
            </a:pPr>
            <a:r>
              <a:rPr lang="ro-RO" sz="20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Utilitate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:</a:t>
            </a:r>
            <a:endParaRPr lang="ro-RO" sz="20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SmartPlant </a:t>
            </a: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este un sistem automatizat, bazat pe Raspberry Pi Pico 2w, creat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</a:t>
            </a: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pentru a monitoriza starea de sănătate a plantelor de apartament. </a:t>
            </a:r>
            <a:endParaRPr lang="en-US" sz="1600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Dispozitivul măsoară umiditatea solului și decide dacă este necesară irigarea. </a:t>
            </a:r>
            <a:endParaRPr lang="en-US" sz="1600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Interfața oferă feedback vizual printr-un display OLED, iar execuția irigării este simulată mecanic folosind un servomotor.</a:t>
            </a:r>
            <a:endParaRPr sz="1600" dirty="0">
              <a:solidFill>
                <a:schemeClr val="tx1"/>
              </a:solidFill>
              <a:latin typeface="Figtree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4825BD-9A61-49BA-ADB9-F089556AF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58954"/>
            <a:ext cx="2955498" cy="16863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F726-CFAB-49CA-BD7B-3DBED961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/>
              <a:t>Cerințe funcționale</a:t>
            </a:r>
            <a:endParaRPr lang="ro-R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92B31-C0FA-4264-9955-4E707EFB0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l">
              <a:buNone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Sistemul implementează următoarele funcționalități de bază: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Achiziție de date (ADC): Citirea valorilor analogice de la senzorul capacitiv de umiditate a solului la intervale regulate.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Interfață Utilizator (I2C): Afișarea stării curente a solului și a meniului de configurare pe un ecran OLED.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Control Utilizator (GPIO / Întreruperi): Navigarea prin meniul de moduri de funcționare.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Element de Execuție (PWM): Activarea unui servomotor SG90 la atingerea pragului de uscăciune, simulând deschiderea unei valve de apă.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Monitorizare la distanță (UART): Transmiterea log-urilor și a stării sistemului către un PC prin interfața serială USB.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8738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800" dirty="0"/>
              <a:t>Componente Hardware</a:t>
            </a:r>
            <a:r>
              <a:rPr lang="en-US" sz="2800" dirty="0"/>
              <a:t> &amp; </a:t>
            </a:r>
            <a:r>
              <a:rPr lang="en-US" sz="2800" dirty="0" err="1"/>
              <a:t>Arhitectura</a:t>
            </a:r>
            <a:endParaRPr sz="2800" dirty="0"/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414670" y="1152473"/>
            <a:ext cx="8009330" cy="3546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Raspberry Pi Pico 2W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Senzor capacitiv de umiditate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Display OLED SSD1306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Servomotor SG90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Buton GPIO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Fire și breadboard</a:t>
            </a:r>
            <a:endParaRPr lang="en-US" sz="1400" dirty="0"/>
          </a:p>
          <a:p>
            <a:pPr marL="139700" indent="0">
              <a:buNone/>
            </a:pPr>
            <a:endParaRPr lang="en-US" sz="1400" dirty="0"/>
          </a:p>
          <a:p>
            <a:pPr marL="139700" indent="0">
              <a:buNone/>
            </a:pPr>
            <a:r>
              <a:rPr lang="ro-RO" sz="1800" b="1" dirty="0"/>
              <a:t>Fluxul aplicației</a:t>
            </a:r>
            <a:r>
              <a:rPr lang="en-US" sz="1800" b="1" dirty="0"/>
              <a:t>:</a:t>
            </a:r>
            <a:endParaRPr lang="ro-RO" sz="1800" b="1" dirty="0"/>
          </a:p>
          <a:p>
            <a:pPr>
              <a:buFont typeface="+mj-lt"/>
              <a:buAutoNum type="arabicPeriod"/>
            </a:pPr>
            <a:r>
              <a:rPr lang="ro-RO" sz="1400" dirty="0"/>
              <a:t>Senzorul citește umiditatea </a:t>
            </a:r>
          </a:p>
          <a:p>
            <a:pPr>
              <a:buFont typeface="+mj-lt"/>
              <a:buAutoNum type="arabicPeriod"/>
            </a:pPr>
            <a:r>
              <a:rPr lang="ro-RO" sz="1400" dirty="0"/>
              <a:t>Datele sunt procesate </a:t>
            </a:r>
          </a:p>
          <a:p>
            <a:pPr>
              <a:buFont typeface="+mj-lt"/>
              <a:buAutoNum type="arabicPeriod"/>
            </a:pPr>
            <a:r>
              <a:rPr lang="ro-RO" sz="1400" dirty="0"/>
              <a:t>Se compară cu pragul profilului selectat </a:t>
            </a:r>
          </a:p>
          <a:p>
            <a:pPr>
              <a:buFont typeface="+mj-lt"/>
              <a:buAutoNum type="arabicPeriod"/>
            </a:pPr>
            <a:r>
              <a:rPr lang="ro-RO" sz="1400" dirty="0"/>
              <a:t>Dacă solul este uscat: </a:t>
            </a:r>
            <a:r>
              <a:rPr lang="en-US" sz="1400" dirty="0"/>
              <a:t> </a:t>
            </a:r>
            <a:r>
              <a:rPr lang="ro-RO" sz="1400" dirty="0"/>
              <a:t>servomotorul activează </a:t>
            </a:r>
            <a:r>
              <a:rPr lang="en-US" sz="1400" dirty="0" err="1"/>
              <a:t>udarea</a:t>
            </a:r>
            <a:endParaRPr lang="ro-RO" sz="1400" dirty="0"/>
          </a:p>
          <a:p>
            <a:pPr>
              <a:buFont typeface="+mj-lt"/>
              <a:buAutoNum type="arabicPeriod"/>
            </a:pPr>
            <a:r>
              <a:rPr lang="ro-RO" sz="1400" dirty="0"/>
              <a:t>OLED afișează starea sistemului </a:t>
            </a:r>
          </a:p>
          <a:p>
            <a:pPr>
              <a:buFont typeface="+mj-lt"/>
              <a:buAutoNum type="arabicPeriod"/>
            </a:pPr>
            <a:r>
              <a:rPr lang="ro-RO" sz="1400" dirty="0"/>
              <a:t>Datele sunt trimise prin UART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39700" indent="0">
              <a:buNone/>
            </a:pPr>
            <a:endParaRPr lang="ro-RO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 descr="Diagram of a computer component&#10;&#10;AI-generated content may be incorrect.">
            <a:extLst>
              <a:ext uri="{FF2B5EF4-FFF2-40B4-BE49-F238E27FC236}">
                <a16:creationId xmlns:a16="http://schemas.microsoft.com/office/drawing/2014/main" id="{D13A69A8-12E7-43DC-B2E8-2AD8185BE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059" y="1152473"/>
            <a:ext cx="3100941" cy="316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62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A466-B42C-471E-A554-407C9EF1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software</a:t>
            </a: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7975190B-D270-4154-9984-A6EE37CC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237" y="1225191"/>
            <a:ext cx="4133763" cy="264467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BFD3F7E4-3B9D-4408-98AB-84BE98CF2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9623" y="1273636"/>
            <a:ext cx="3660614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o-RO" sz="2400" dirty="0"/>
              <a:t>Structură modulară</a:t>
            </a:r>
            <a:r>
              <a:rPr lang="en-US" sz="2400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sensor.c</a:t>
            </a:r>
            <a:r>
              <a:rPr lang="en-US" altLang="ro-RO" sz="1600" dirty="0">
                <a:solidFill>
                  <a:schemeClr val="tx1"/>
                </a:solidFill>
                <a:latin typeface="Arial Unicode MS"/>
              </a:rPr>
              <a:t>: </a:t>
            </a:r>
            <a:r>
              <a:rPr lang="en-US" altLang="ro-RO" sz="1600" dirty="0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itire ADC + DMA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servo.c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PWM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menu.c</a:t>
            </a:r>
            <a:r>
              <a:rPr lang="en-US" altLang="ro-RO" sz="1600" dirty="0">
                <a:solidFill>
                  <a:schemeClr val="tx1"/>
                </a:solidFill>
                <a:latin typeface="Arial Unicode MS"/>
              </a:rPr>
              <a:t>: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 și navigare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button.c</a:t>
            </a:r>
            <a:r>
              <a:rPr lang="en-US" altLang="ro-RO" sz="1600" dirty="0">
                <a:solidFill>
                  <a:schemeClr val="tx1"/>
                </a:solidFill>
                <a:latin typeface="Arial Unicode MS"/>
              </a:rPr>
              <a:t>: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întreruperi GPIO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ssd1306.c</a:t>
            </a:r>
            <a:r>
              <a:rPr lang="en-US" altLang="ro-RO" sz="1600" dirty="0">
                <a:solidFill>
                  <a:schemeClr val="tx1"/>
                </a:solidFill>
                <a:latin typeface="Arial Unicode MS"/>
              </a:rPr>
              <a:t>: c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ontrol OLED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shared.h</a:t>
            </a:r>
            <a:r>
              <a:rPr lang="en-US" altLang="ro-RO" sz="1600" dirty="0">
                <a:solidFill>
                  <a:schemeClr val="tx1"/>
                </a:solidFill>
                <a:latin typeface="Arial Unicode MS"/>
              </a:rPr>
              <a:t>: </a:t>
            </a:r>
            <a:r>
              <a:rPr lang="en-US" altLang="ro-RO" sz="1600" dirty="0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omunicare între core-uri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2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1C1D-3747-4DA4-A53A-3CF78795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Arhitectura</a:t>
            </a:r>
            <a:r>
              <a:rPr lang="en-US" dirty="0"/>
              <a:t> software - </a:t>
            </a:r>
            <a:r>
              <a:rPr lang="en-US" dirty="0" err="1"/>
              <a:t>detalii</a:t>
            </a:r>
            <a:endParaRPr lang="ro-R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1892D-15ED-4D0B-A5E6-3A95DB939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526" y="1017725"/>
            <a:ext cx="7860474" cy="401100"/>
          </a:xfrm>
        </p:spPr>
        <p:txBody>
          <a:bodyPr/>
          <a:lstStyle/>
          <a:p>
            <a:pPr marL="139700" indent="0" algn="l">
              <a:buNone/>
            </a:pPr>
            <a:r>
              <a:rPr lang="ro-RO" sz="16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Modulul sensor și logica de măsurare a umidității</a:t>
            </a:r>
          </a:p>
          <a:p>
            <a:pPr marL="139700" indent="0" algn="l">
              <a:buNone/>
            </a:pP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Senzorul capacitiv produce o tensiune analogică invers proporțională cu umiditatea — sol uscat înseamnă tensiune mare, sol ud înseamnă tensiune mică. Citirea se face prin DMA pe 32 de sample-uri consecutive, după care se calculează media: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umiditate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% = (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cal_dry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– raw) * 100 /  (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cal_dry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–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cal_wet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)</a:t>
            </a:r>
            <a:r>
              <a:rPr lang="ro-MD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.</a:t>
            </a:r>
            <a:endParaRPr lang="en-US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139700" indent="0" algn="l">
              <a:buNone/>
            </a:pPr>
            <a:r>
              <a:rPr lang="ro-RO" sz="16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Modulul servo și logica de udare</a:t>
            </a:r>
          </a:p>
          <a:p>
            <a:pPr marL="139700" indent="0" algn="l">
              <a:buNone/>
            </a:pP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Servomotorul SG90 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ac</a:t>
            </a:r>
            <a:r>
              <a:rPr lang="ro-MD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ționează</a:t>
            </a: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un robinet prin rotație între 0° (închis) și 90° (deschis). Între două udări consecutive există un cooldown obligatoriu de 30 de secunde pentru a permite apei să fie absorbită de sol.</a:t>
            </a:r>
            <a:endParaRPr lang="en-US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139700" indent="0" algn="l">
              <a:buNone/>
            </a:pPr>
            <a:r>
              <a:rPr lang="ro-RO" sz="16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Modulul menu și profilele de udare</a:t>
            </a:r>
          </a:p>
          <a:p>
            <a:pPr marL="139700" indent="0" algn="l">
              <a:buNone/>
            </a:pP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Sistemul include 5 profile predefinite pentru tipuri diferite de plante: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Arid,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Mediteran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Temperat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, Tropical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si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Acvatic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fiecare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cu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durat</a:t>
            </a:r>
            <a:r>
              <a:rPr lang="ro-MD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ă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de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udare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diferit</a:t>
            </a:r>
            <a:r>
              <a:rPr lang="ro-MD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ă</a:t>
            </a:r>
            <a:r>
              <a:rPr lang="en-US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. </a:t>
            </a: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Navigarea între profiluri se face prin apăsarea scurtă a butonului. După 10 secunde fără interacțiune, profilul curent este selectat automat.</a:t>
            </a:r>
            <a:endParaRPr lang="en-US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139700" indent="0" algn="l">
              <a:buNone/>
            </a:pPr>
            <a:r>
              <a:rPr lang="ro-RO" sz="16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Modulul button și logica de navigare</a:t>
            </a:r>
          </a:p>
          <a:p>
            <a:pPr marL="139700" indent="0" algn="l">
              <a:buNone/>
            </a:pP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Detecția apăsării se face prin întrerupere hardware pe GPIO_IRQ_EDGE_FALL și GPIO_IRQ_EDGE_RISE. Semnalele sub 30ms sunt ignorate (debounce software).</a:t>
            </a:r>
            <a:endParaRPr lang="en-US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139700" indent="0" algn="l">
              <a:buNone/>
            </a:pPr>
            <a:r>
              <a:rPr lang="ro-RO" sz="16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Modulul ssd1306 și logica de afișare pe display</a:t>
            </a:r>
          </a:p>
          <a:p>
            <a:pPr marL="139700" indent="0" algn="l">
              <a:buNone/>
            </a:pP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Driver complet pentru display-ul OLED 128×64px prin I2C. Folosește un framebuffer de 1024 bytes în RAM și un font 5×7 pixeli pentru caractere ASCII. Suportă text normal, text 2× mărit și bară de progres. </a:t>
            </a:r>
            <a:endParaRPr lang="en-US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algn="l"/>
            <a:endParaRPr lang="ro-RO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algn="l"/>
            <a:endParaRPr lang="en-US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algn="l"/>
            <a:endParaRPr lang="ro-RO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algn="l"/>
            <a:endParaRPr lang="en-US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algn="l"/>
            <a:endParaRPr lang="ro-RO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62296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029D8-78A5-44D3-AD48-26A10D97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Arhitectura dual-core</a:t>
            </a:r>
            <a:br>
              <a:rPr lang="ro-RO" b="1" i="0" dirty="0">
                <a:solidFill>
                  <a:srgbClr val="1F2328"/>
                </a:solidFill>
                <a:effectLst/>
                <a:latin typeface="-apple-system"/>
              </a:rPr>
            </a:br>
            <a:endParaRPr lang="ro-R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CE5B8-8CF9-4BD5-BB99-0CE7D017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2940" y="1152474"/>
            <a:ext cx="7761060" cy="3206166"/>
          </a:xfrm>
        </p:spPr>
        <p:txBody>
          <a:bodyPr/>
          <a:lstStyle/>
          <a:p>
            <a:pPr marL="139700" indent="0">
              <a:buNone/>
            </a:pPr>
            <a:r>
              <a:rPr lang="ro-RO" sz="14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Sistemul utilizează ambele core-uri ale RP2350 pentru a elimina interferența dintre PWM (servo) și I2C (OLED):</a:t>
            </a:r>
          </a:p>
          <a:p>
            <a:pPr marL="139700" indent="0">
              <a:buNone/>
            </a:pPr>
            <a:endParaRPr lang="ro-RO" sz="1400" dirty="0">
              <a:solidFill>
                <a:schemeClr val="tx1"/>
              </a:solidFill>
              <a:latin typeface="Figtree" panose="020B0604020202020204" charset="0"/>
            </a:endParaRPr>
          </a:p>
          <a:p>
            <a:pPr marL="139700" indent="0">
              <a:buNone/>
            </a:pPr>
            <a:r>
              <a:rPr lang="en-US" sz="14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Core 0 — </a:t>
            </a:r>
            <a:r>
              <a:rPr lang="en-US" sz="1400" b="1" i="0" dirty="0" err="1">
                <a:solidFill>
                  <a:schemeClr val="tx1"/>
                </a:solidFill>
                <a:effectLst/>
                <a:latin typeface="Figtree" panose="020B0604020202020204" charset="0"/>
              </a:rPr>
              <a:t>timp</a:t>
            </a:r>
            <a:r>
              <a:rPr lang="en-US" sz="14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real, critic</a:t>
            </a:r>
            <a:endParaRPr lang="ro-RO" sz="1400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gtree" panose="020B0604020202020204" charset="0"/>
              </a:rPr>
              <a:t>Citire senzor ADC prin DMA la fiecare 2 secunde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gtree" panose="020B0604020202020204" charset="0"/>
              </a:rPr>
              <a:t>Logică udare: verificare prag, cooldown, acționare servo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gtree" panose="020B0604020202020204" charset="0"/>
              </a:rPr>
              <a:t>Procesare evenimente buton prin întrerupere GPIO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gtree" panose="020B0604020202020204" charset="0"/>
              </a:rPr>
              <a:t>Transmisie date JSON prin UART/USB la fiecare 5 secunde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gtree" panose="020B0604020202020204" charset="0"/>
              </a:rPr>
              <a:t>Actualizare shared_state protejată cu spinlock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o-RO" sz="14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   Core 1 — display</a:t>
            </a:r>
            <a:endParaRPr kumimoji="0" lang="ro-RO" altLang="ro-R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gtree" panose="020B0604020202020204" charset="0"/>
              </a:rPr>
              <a:t>Refresh OLED la interval fix de 500 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gtree" panose="020B0604020202020204" charset="0"/>
              </a:rPr>
              <a:t>Citește shared_state în siguranță prin spinlock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gtree" panose="020B0604020202020204" charset="0"/>
              </a:rPr>
              <a:t>I2C inițializat și utilizat exclusiv pe Core 1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ro-RO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2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2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139700" indent="0">
              <a:buNone/>
            </a:pPr>
            <a:endParaRPr lang="ro-MD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139700" indent="0">
              <a:buNone/>
            </a:pPr>
            <a:endParaRPr lang="ro-MD" b="1" dirty="0">
              <a:solidFill>
                <a:srgbClr val="1F2328"/>
              </a:solidFill>
              <a:latin typeface="-apple-system"/>
            </a:endParaRPr>
          </a:p>
          <a:p>
            <a:pPr marL="139700" indent="0">
              <a:buNone/>
            </a:pPr>
            <a:endParaRPr lang="ro-RO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139700" indent="0">
              <a:buNone/>
            </a:pPr>
            <a:endParaRPr lang="ro-RO" b="0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19470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578A-B2C0-453A-8FCF-4E9C9956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electric</a:t>
            </a:r>
            <a:r>
              <a:rPr lang="ro-MD" dirty="0"/>
              <a:t>ă</a:t>
            </a:r>
            <a:endParaRPr lang="ro-RO" dirty="0"/>
          </a:p>
        </p:txBody>
      </p:sp>
      <p:pic>
        <p:nvPicPr>
          <p:cNvPr id="5" name="Picture 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628E2AEC-9834-4FEA-B15E-253E54CF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66" y="1104900"/>
            <a:ext cx="7194067" cy="33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3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B1B3-C2C5-4343-9EFE-65F37449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sz="2200" dirty="0"/>
              <a:t>Setup proiect &amp; demonstrare funcționalitate</a:t>
            </a:r>
            <a:endParaRPr lang="ro-RO" sz="2200" dirty="0"/>
          </a:p>
        </p:txBody>
      </p:sp>
      <p:pic>
        <p:nvPicPr>
          <p:cNvPr id="5" name="Picture 4" descr="A plant with wires connected to a glass jar&#10;&#10;AI-generated content may be incorrect.">
            <a:extLst>
              <a:ext uri="{FF2B5EF4-FFF2-40B4-BE49-F238E27FC236}">
                <a16:creationId xmlns:a16="http://schemas.microsoft.com/office/drawing/2014/main" id="{73950F70-1629-47A0-B63E-A944EA7DD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65" y="918210"/>
            <a:ext cx="2893219" cy="3596641"/>
          </a:xfrm>
          <a:prstGeom prst="rect">
            <a:avLst/>
          </a:prstGeom>
        </p:spPr>
      </p:pic>
      <p:pic>
        <p:nvPicPr>
          <p:cNvPr id="7" name="Picture 6" descr="A close-up of a plant with wires&#10;&#10;AI-generated content may be incorrect.">
            <a:extLst>
              <a:ext uri="{FF2B5EF4-FFF2-40B4-BE49-F238E27FC236}">
                <a16:creationId xmlns:a16="http://schemas.microsoft.com/office/drawing/2014/main" id="{4214B87B-8E32-4FA6-A06D-2DAE910D5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912" y="918210"/>
            <a:ext cx="2893219" cy="362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13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31B3-1ABE-4BF2-8C1E-FF863D39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99460"/>
            <a:ext cx="7704000" cy="572700"/>
          </a:xfrm>
        </p:spPr>
        <p:txBody>
          <a:bodyPr/>
          <a:lstStyle/>
          <a:p>
            <a:r>
              <a:rPr lang="ro-MD" sz="2200" dirty="0"/>
              <a:t>Setup proiect &amp; demonstrare funcționalitate</a:t>
            </a:r>
            <a:endParaRPr lang="ro-RO" sz="2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B237B-76EB-457B-BC41-BA8E88334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ro-MD" sz="1400" dirty="0"/>
              <a:t>În imaginea atașată am selectat </a:t>
            </a:r>
            <a:r>
              <a:rPr lang="en-US" sz="1400" dirty="0" err="1"/>
              <a:t>profilul</a:t>
            </a:r>
            <a:r>
              <a:rPr lang="ro-MD" sz="1400" dirty="0"/>
              <a:t> acvatic,  unde durata de udare este de 15s</a:t>
            </a:r>
            <a:r>
              <a:rPr lang="en-US" sz="1400" dirty="0"/>
              <a:t>, </a:t>
            </a:r>
            <a:r>
              <a:rPr lang="ro-MD" sz="1400" dirty="0"/>
              <a:t>iar pragul de declanșare este </a:t>
            </a:r>
            <a:r>
              <a:rPr lang="en-US" sz="1400" dirty="0"/>
              <a:t>&lt;80% </a:t>
            </a:r>
            <a:r>
              <a:rPr lang="en-US" sz="1400" dirty="0" err="1"/>
              <a:t>umiditate</a:t>
            </a:r>
            <a:r>
              <a:rPr lang="en-US" sz="1400" dirty="0"/>
              <a:t>. </a:t>
            </a:r>
            <a:endParaRPr lang="ro-RO" sz="1400" dirty="0"/>
          </a:p>
        </p:txBody>
      </p:sp>
      <p:pic>
        <p:nvPicPr>
          <p:cNvPr id="5" name="Picture 4" descr="A circuit board with wires and a small display&#10;&#10;AI-generated content may be incorrect.">
            <a:extLst>
              <a:ext uri="{FF2B5EF4-FFF2-40B4-BE49-F238E27FC236}">
                <a16:creationId xmlns:a16="http://schemas.microsoft.com/office/drawing/2014/main" id="{EBE7C6F1-4261-4CDA-A177-B52A00DDF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813560"/>
            <a:ext cx="6576060" cy="267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76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AA138-9D4D-4FDE-99FA-BE58EED5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7885"/>
            <a:ext cx="7704000" cy="572700"/>
          </a:xfrm>
        </p:spPr>
        <p:txBody>
          <a:bodyPr/>
          <a:lstStyle/>
          <a:p>
            <a:r>
              <a:rPr lang="ro-MD" dirty="0"/>
              <a:t>Scenarii de utilizare</a:t>
            </a:r>
            <a:endParaRPr lang="ro-R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7E6BE-0BC7-40C1-86CB-0D8A84D7E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l">
              <a:buNone/>
            </a:pPr>
            <a:r>
              <a:rPr lang="ro-RO" sz="16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1. Configurarea inițială și selecția profilului</a:t>
            </a:r>
            <a:endParaRPr lang="ro-RO" sz="1600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139700" indent="0" algn="l">
              <a:buNone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La pornirea dispozitivului, display-ul OLED afișează meniul de selecție profil cu un countdown de 10 secunde. Utilizatorul navighează prin cele 5 profile prin apăsări scurte ale butonului. După 10 secunde fără interacțiune, profilul curent este confirmat automat și sistemul începe monitorizarea.</a:t>
            </a:r>
          </a:p>
          <a:p>
            <a:pPr marL="139700" indent="0" algn="l">
              <a:buNone/>
            </a:pPr>
            <a:endParaRPr lang="ro-RO" sz="1600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139700" indent="0" algn="l">
              <a:buNone/>
            </a:pPr>
            <a:r>
              <a:rPr lang="ro-RO" sz="1600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2. Declanșarea irigării automate</a:t>
            </a:r>
            <a:endParaRPr lang="ro-RO" sz="1600" b="0" i="0" dirty="0">
              <a:solidFill>
                <a:schemeClr val="tx1"/>
              </a:solidFill>
              <a:effectLst/>
              <a:latin typeface="Figtree" panose="020B0604020202020204" charset="0"/>
            </a:endParaRPr>
          </a:p>
          <a:p>
            <a:pPr marL="139700" indent="0" algn="l">
              <a:buNone/>
            </a:pPr>
            <a:r>
              <a:rPr lang="ro-RO" sz="1600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Sistemul citește umiditatea la fiecare 2 secunde. Când valoarea scade sub pragul profilului activ, servomotorul se rotește la 90° pentru durata configurată, simulând deschiderea unui robinet. Display-ul afișează un timer vizibil cu bara de progres. Simultan, pe serial se trimite un mesaj JSON cu "udare":1. După terminarea udării, sistemul intră în cooldown de 30 de secunde.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84723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4B30-F4A1-42FF-83F9-46FED8D9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Monitorizare la distanță (UART/USB)</a:t>
            </a:r>
            <a:br>
              <a:rPr lang="ro-RO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</a:br>
            <a:endParaRPr lang="ro-R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121D6-82AE-4CB6-AE1D-36E8DB564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l">
              <a:buNone/>
            </a:pP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Pico 2W transmite date prin USB serial la fiecare 5 secunde în format JSON.</a:t>
            </a:r>
            <a:b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</a:b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Pentru monitorizare rapidă în timpul dezvoltării, datele au fost urmărite direct în </a:t>
            </a:r>
            <a:r>
              <a:rPr lang="ro-RO" b="1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VS Code</a:t>
            </a: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, folosind extensia </a:t>
            </a:r>
            <a:r>
              <a:rPr lang="ro-RO" b="0" i="1" dirty="0">
                <a:solidFill>
                  <a:schemeClr val="tx1"/>
                </a:solidFill>
                <a:effectLst/>
                <a:latin typeface="Figtree" panose="020B0604020202020204" charset="0"/>
              </a:rPr>
              <a:t>Serial Monitor</a:t>
            </a:r>
            <a:r>
              <a:rPr lang="ro-RO" b="0" i="0" dirty="0">
                <a:solidFill>
                  <a:schemeClr val="tx1"/>
                </a:solidFill>
                <a:effectLst/>
                <a:latin typeface="Figtree" panose="020B0604020202020204" charset="0"/>
              </a:rPr>
              <a:t>, unde mesajele JSON apar în consolă în timp real:</a:t>
            </a:r>
          </a:p>
          <a:p>
            <a:endParaRPr lang="ro-RO" dirty="0"/>
          </a:p>
        </p:txBody>
      </p:sp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838F2A5-FC9F-48AA-AA01-CE08F740F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462" y="1988819"/>
            <a:ext cx="5166558" cy="247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98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8D3E8-28C4-4660-8B73-B0D6FF0D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/>
              <a:t>Concluzii</a:t>
            </a:r>
            <a:endParaRPr lang="ro-RO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AED423-EA6D-4EC9-B29B-4797E413B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0000" y="1157893"/>
            <a:ext cx="764295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o-RO" sz="1600" b="1" dirty="0"/>
              <a:t>Rezultate obținute</a:t>
            </a:r>
            <a:endParaRPr lang="en-US" sz="16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Implementarea unui sistem embedded complet funcțional pentru monitorizarea și irigarea automată a plantelor.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Integrarea mai multor periferice hardware:  ADC, DMA, PWM, I2C, UART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Utilizarea arhitecturii dual-core pentru separarea logicii timp-real de interfața grafică.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Realizarea unei aplicații non-blocante, eficiente și stabile. </a:t>
            </a:r>
            <a:endParaRPr kumimoji="0" lang="en-US" altLang="ro-R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o-RO" altLang="ro-RO" sz="1600" b="1" dirty="0">
                <a:solidFill>
                  <a:schemeClr val="tx1"/>
                </a:solidFill>
                <a:latin typeface="Arial" panose="020B0604020202020204" pitchFamily="34" charset="0"/>
              </a:rPr>
              <a:t>Experiență dobândită</a:t>
            </a:r>
            <a:r>
              <a:rPr lang="en-US" altLang="ro-RO" sz="16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kumimoji="0" lang="ro-RO" altLang="ro-RO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programare în C folosind Pico SDK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programare multi-core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comunicații hardware (I2C, UART, PWM, ADC)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sincronizare între procese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dezvoltarea unei arhitecturi software modulare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82734"/>
      </p:ext>
    </p:extLst>
  </p:cSld>
  <p:clrMapOvr>
    <a:masterClrMapping/>
  </p:clrMapOvr>
</p:sld>
</file>

<file path=ppt/theme/theme1.xml><?xml version="1.0" encoding="utf-8"?>
<a:theme xmlns:a="http://schemas.openxmlformats.org/drawingml/2006/main" name="Electronic Products Marketing Plan by Slidesgo">
  <a:themeElements>
    <a:clrScheme name="Simple Light">
      <a:dk1>
        <a:srgbClr val="FFFFFF"/>
      </a:dk1>
      <a:lt1>
        <a:srgbClr val="030A24"/>
      </a:lt1>
      <a:dk2>
        <a:srgbClr val="075BB8"/>
      </a:dk2>
      <a:lt2>
        <a:srgbClr val="34E0E2"/>
      </a:lt2>
      <a:accent1>
        <a:srgbClr val="2E9DEF"/>
      </a:accent1>
      <a:accent2>
        <a:srgbClr val="9FC5E8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981</Words>
  <Application>Microsoft Office PowerPoint</Application>
  <PresentationFormat>On-screen Show (16:9)</PresentationFormat>
  <Paragraphs>105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DM Mono</vt:lpstr>
      <vt:lpstr>Archivo</vt:lpstr>
      <vt:lpstr>-apple-system</vt:lpstr>
      <vt:lpstr>Arial Unicode MS</vt:lpstr>
      <vt:lpstr>DM Mono Medium</vt:lpstr>
      <vt:lpstr>Figtree</vt:lpstr>
      <vt:lpstr>Electronic Products Marketing Plan by Slidesgo</vt:lpstr>
      <vt:lpstr>Sistem de monitorizare și irigare automată </vt:lpstr>
      <vt:lpstr>Introducere</vt:lpstr>
      <vt:lpstr>Cerințe funcționale</vt:lpstr>
      <vt:lpstr>Componente Hardware &amp; Arhitectura</vt:lpstr>
      <vt:lpstr>Arhitectura software</vt:lpstr>
      <vt:lpstr>Arhitectura software - detalii</vt:lpstr>
      <vt:lpstr>Arhitectura dual-core </vt:lpstr>
      <vt:lpstr>Schema electrică</vt:lpstr>
      <vt:lpstr>Setup proiect &amp; demonstrare funcționalitate</vt:lpstr>
      <vt:lpstr>Setup proiect &amp; demonstrare funcționalitate</vt:lpstr>
      <vt:lpstr>Scenarii de utilizare</vt:lpstr>
      <vt:lpstr>Monitorizare la distanță (UART/USB) </vt:lpstr>
      <vt:lpstr>Concluzii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monitorizare și irigare automată</dc:title>
  <dc:creator>Alexandra</dc:creator>
  <cp:lastModifiedBy>Alexandra Panaite</cp:lastModifiedBy>
  <cp:revision>16</cp:revision>
  <dcterms:modified xsi:type="dcterms:W3CDTF">2026-05-26T21:07:32Z</dcterms:modified>
</cp:coreProperties>
</file>